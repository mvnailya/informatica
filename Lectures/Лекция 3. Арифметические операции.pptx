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63" r:id="rId4"/>
    <p:sldId id="259" r:id="rId5"/>
    <p:sldId id="260" r:id="rId6"/>
    <p:sldId id="261" r:id="rId7"/>
    <p:sldId id="262" r:id="rId8"/>
    <p:sldId id="265" r:id="rId9"/>
    <p:sldId id="264" r:id="rId10"/>
    <p:sldId id="271" r:id="rId11"/>
    <p:sldId id="273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82" autoAdjust="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2AF80-C0AA-435B-90C0-CCBF50DEA6F5}" type="datetimeFigureOut">
              <a:rPr lang="ru-RU" smtClean="0"/>
              <a:t>29.09.26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94B13-828A-4948-BA1D-F9B0AB92E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24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позиционных системах счисления арифметические действия выполняются практически так же, как и в привычной десятичной системе. Главное отличие заключается в том, что перенос в следующий разряд и заимствование из старшего разряда происходят не при достижении числа 10, а при достижении </a:t>
            </a:r>
            <a:r>
              <a:rPr lang="ru-RU" b="1" dirty="0"/>
              <a:t>основания системы счисления q</a:t>
            </a:r>
            <a:r>
              <a:rPr lang="ru-RU" dirty="0"/>
              <a:t>.</a:t>
            </a:r>
          </a:p>
          <a:p>
            <a:r>
              <a:rPr lang="ru-RU" dirty="0"/>
              <a:t>Например: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двоичной системе q=2;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восьмеричной системе q=8;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десятичной системе q=10;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шестнадцатеричной системе q=16.</a:t>
            </a:r>
          </a:p>
          <a:p>
            <a:r>
              <a:rPr lang="ru-RU" dirty="0"/>
              <a:t>Число q определяет, сколько различных цифр используется в системе счисления.</a:t>
            </a:r>
          </a:p>
          <a:p>
            <a:endParaRPr lang="ru-RU" dirty="0"/>
          </a:p>
          <a:p>
            <a:r>
              <a:rPr lang="ru-RU" dirty="0"/>
              <a:t>Для системы с основанием q допустимы цифры:</a:t>
            </a:r>
          </a:p>
          <a:p>
            <a:r>
              <a:rPr lang="ru-RU" dirty="0"/>
              <a:t>0,1,2,…,q-1 </a:t>
            </a:r>
          </a:p>
          <a:p>
            <a:r>
              <a:rPr lang="ru-RU" dirty="0"/>
              <a:t>Например, в двоичной системе используются только 0 и 1, а в восьмеричной — цифры от 0 до 7.</a:t>
            </a:r>
          </a:p>
          <a:p>
            <a:r>
              <a:rPr lang="ru-RU" b="1" dirty="0"/>
              <a:t>Общий принцип сложения чисел в системе с основанием q</a:t>
            </a:r>
          </a:p>
          <a:p>
            <a:r>
              <a:rPr lang="ru-RU" dirty="0"/>
              <a:t>Числа складываются </a:t>
            </a:r>
            <a:r>
              <a:rPr lang="ru-RU" b="1" dirty="0"/>
              <a:t>поразрядно справа налево</a:t>
            </a:r>
            <a:r>
              <a:rPr lang="ru-RU" dirty="0"/>
              <a:t>, как при обычном сложении столбиком.</a:t>
            </a:r>
          </a:p>
          <a:p>
            <a:r>
              <a:rPr lang="ru-RU" dirty="0"/>
              <a:t>Если сумма цифр текущего разряда меньше q, она просто записывается в результат.</a:t>
            </a:r>
          </a:p>
          <a:p>
            <a:r>
              <a:rPr lang="ru-RU" dirty="0"/>
              <a:t>Если сумма равна q или превышает его, возникает </a:t>
            </a:r>
            <a:r>
              <a:rPr lang="ru-RU" b="1" dirty="0"/>
              <a:t>перенос единицы в следующий разряд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07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Последнее правило особенно важно.</a:t>
            </a:r>
          </a:p>
          <a:p>
            <a:r>
              <a:rPr lang="ru-RU" dirty="0"/>
              <a:t>В десятичной системе:</a:t>
            </a:r>
          </a:p>
          <a:p>
            <a:r>
              <a:rPr lang="ru-RU" dirty="0"/>
              <a:t>1+1=2 </a:t>
            </a:r>
          </a:p>
          <a:p>
            <a:r>
              <a:rPr lang="ru-RU" dirty="0"/>
              <a:t>Но цифры 2 в двоичной системе нет. Поэтому число 2 записывается как: 10</a:t>
            </a:r>
          </a:p>
          <a:p>
            <a:r>
              <a:rPr lang="ru-RU" dirty="0"/>
              <a:t>Следовательно, при сложении 1+1: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текущий разряд записываем 0;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единицу переносим в следующий разряд.</a:t>
            </a:r>
          </a:p>
          <a:p>
            <a:r>
              <a:rPr lang="ru-RU" dirty="0"/>
              <a:t>Если вместе с переносом получается: …</a:t>
            </a:r>
          </a:p>
          <a:p>
            <a:r>
              <a:rPr lang="ru-RU" dirty="0"/>
              <a:t>То есть: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записываем 1;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переносим 1.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None/>
            </a:pPr>
            <a:r>
              <a:rPr lang="ru-RU" dirty="0"/>
              <a:t>Первый пример: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Начинаем справа.</a:t>
            </a:r>
          </a:p>
          <a:p>
            <a:r>
              <a:rPr lang="ru-RU" dirty="0"/>
              <a:t>Первый разряд: Пишем 0, переносим 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Второй разряд: Пишем 0, снова переносим 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Третий разряд: Пишем 0, переносим 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Четвёртый разряд: Пишем 1, переносим ещё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А теперь переведи в десятичную систему счисления и проверьте результат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43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вычитании также работаем справа налево. Если цифры уменьшаемого достаточно, вычитаем обычным образом. Если цифра уменьшаемого меньше цифры вычитаемого, занимаем единицу из следующего разряда слева. В системе с основанием q эта занятая единица равна q единицам текущего разряда. Поэтому к текущей цифре уменьшаемого прибавляем q, выполняем вычитание, а разряд, из которого заняли, уменьшаем на единицу. Например, в троичной системе при займе к цифре добавляется 3, а в шестнадцатеричной — 16.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831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То есть: 0-1</a:t>
            </a:r>
          </a:p>
          <a:p>
            <a:r>
              <a:rPr lang="ru-RU" dirty="0"/>
              <a:t>с заимствованием даёт 1, а соседний старший разряд уменьшается на единицу.</a:t>
            </a:r>
          </a:p>
          <a:p>
            <a:endParaRPr lang="ru-RU" dirty="0"/>
          </a:p>
          <a:p>
            <a:r>
              <a:rPr lang="ru-RU" dirty="0"/>
              <a:t>А теперь переведи в десятичную систему счисления и проверьте результат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122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первый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: 121101₃ + 222₃.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начинаем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справа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+ 2 = 3,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значит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пишем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0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переносим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втором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0 + 2 + 1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снова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3: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пишем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0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переносим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третьем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+ 2 + 1 = 4;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четыре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троичной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системе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11₃,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значит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записываем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переносим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Далее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+ 0 + 1 = 2, а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оставшиеся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цифры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переписываем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учётом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переносов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Ответ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: 122100₃.</a:t>
            </a:r>
            <a:endParaRPr lang="ru-RU" sz="1800" dirty="0">
              <a:solidFill>
                <a:srgbClr val="2D353E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втором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складываем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123456₈ и 1234₈,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столбце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6+4=10, а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10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восьмеричной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системе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12₈: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записываем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2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переносим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следующем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столбце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5+3+1=9,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11₈: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записываем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переносим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остальных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разрядах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продолжаем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ответ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124712₈.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третьем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D21B1₁₆ + CAFE₁₆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учитываем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букв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достижении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16;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ответ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DECAF₁₆.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Перенос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зависит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основания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системы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2D353E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70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101101₃ − 10210₃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правом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столбце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1 − 0 = 1.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следующем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столбце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0 − 1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выполнить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занимаем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разряда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слева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: к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нулю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прибавляем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основание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3,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вычитаем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Продолжаем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столбцам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итог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— 20121₃.</a:t>
            </a:r>
            <a:endParaRPr lang="ru-RU" sz="1800" dirty="0">
              <a:solidFill>
                <a:srgbClr val="2D353E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втором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654321₈ − 563412₈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разрядах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требуется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займ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крайнем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правом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столбце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меньше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2: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занимаем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считаем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8 + 1 − 2 = 7.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Остальные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разряды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обрабатываем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получается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70707₈. В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шестнадцатеричном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займа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16: DECАF₁₆ − CAFE₁₆ = D21B1₁₆.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вычитании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букв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временно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заменять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числами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A=10, B=11 и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далее</a:t>
            </a:r>
            <a:r>
              <a:rPr lang="en-US" sz="1800" dirty="0">
                <a:solidFill>
                  <a:srgbClr val="2D353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2D353E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575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946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Двоичная:</a:t>
            </a:r>
          </a:p>
          <a:p>
            <a:pPr marL="228600" indent="-228600">
              <a:buAutoNum type="arabicPeriod"/>
            </a:pPr>
            <a:r>
              <a:rPr lang="ru-RU" dirty="0"/>
              <a:t>111</a:t>
            </a:r>
          </a:p>
          <a:p>
            <a:pPr marL="228600" indent="-228600">
              <a:buAutoNum type="arabicPeriod"/>
            </a:pPr>
            <a:r>
              <a:rPr lang="ru-RU" dirty="0"/>
              <a:t>10010</a:t>
            </a:r>
          </a:p>
          <a:p>
            <a:pPr marL="228600" indent="-228600">
              <a:buAutoNum type="arabicPeriod"/>
            </a:pPr>
            <a:r>
              <a:rPr lang="ru-RU" dirty="0"/>
              <a:t>101</a:t>
            </a:r>
          </a:p>
          <a:p>
            <a:pPr marL="228600" indent="-228600">
              <a:buAutoNum type="arabicPeriod"/>
            </a:pPr>
            <a:r>
              <a:rPr lang="ru-RU" dirty="0"/>
              <a:t>1000</a:t>
            </a:r>
          </a:p>
          <a:p>
            <a:pPr marL="0" indent="0">
              <a:buNone/>
            </a:pPr>
            <a:r>
              <a:rPr lang="ru-RU" dirty="0"/>
              <a:t>Восьмеричная:</a:t>
            </a:r>
          </a:p>
          <a:p>
            <a:pPr marL="228600" indent="-228600">
              <a:buAutoNum type="arabicPeriod"/>
            </a:pPr>
            <a:r>
              <a:rPr lang="ru-RU" dirty="0"/>
              <a:t>367</a:t>
            </a:r>
          </a:p>
          <a:p>
            <a:pPr marL="228600" indent="-228600">
              <a:buAutoNum type="arabicPeriod"/>
            </a:pPr>
            <a:r>
              <a:rPr lang="ru-RU" dirty="0"/>
              <a:t>575</a:t>
            </a:r>
          </a:p>
          <a:p>
            <a:pPr marL="228600" indent="-228600">
              <a:buAutoNum type="arabicPeriod"/>
            </a:pPr>
            <a:r>
              <a:rPr lang="ru-RU" dirty="0"/>
              <a:t>432</a:t>
            </a:r>
          </a:p>
          <a:p>
            <a:pPr marL="228600" indent="-228600">
              <a:buAutoNum type="arabicPeriod"/>
            </a:pPr>
            <a:r>
              <a:rPr lang="ru-RU" dirty="0"/>
              <a:t>407</a:t>
            </a:r>
          </a:p>
          <a:p>
            <a:pPr marL="0" indent="0">
              <a:buNone/>
            </a:pPr>
            <a:r>
              <a:rPr lang="ru-RU" dirty="0"/>
              <a:t>Шестнадцатеричная:</a:t>
            </a:r>
          </a:p>
          <a:p>
            <a:pPr marL="228600" indent="-228600">
              <a:buAutoNum type="arabicPeriod"/>
            </a:pPr>
            <a:r>
              <a:rPr lang="en-US" dirty="0"/>
              <a:t>25F</a:t>
            </a:r>
            <a:endParaRPr lang="ru-RU" dirty="0"/>
          </a:p>
          <a:p>
            <a:pPr marL="228600" indent="-228600">
              <a:buAutoNum type="arabicPeriod"/>
            </a:pPr>
            <a:r>
              <a:rPr lang="ru-RU" dirty="0"/>
              <a:t>417</a:t>
            </a:r>
          </a:p>
          <a:p>
            <a:pPr marL="228600" indent="-228600">
              <a:buAutoNum type="arabicPeriod"/>
            </a:pPr>
            <a:r>
              <a:rPr lang="en-US" dirty="0"/>
              <a:t>3B6</a:t>
            </a:r>
            <a:endParaRPr lang="ru-RU" dirty="0"/>
          </a:p>
          <a:p>
            <a:pPr marL="228600" indent="-228600">
              <a:buAutoNum type="arabicPeriod"/>
            </a:pPr>
            <a:r>
              <a:rPr lang="ru-RU" dirty="0"/>
              <a:t>551</a:t>
            </a:r>
          </a:p>
          <a:p>
            <a:pPr marL="0" indent="0">
              <a:buNone/>
            </a:pPr>
            <a:r>
              <a:rPr lang="ru-RU" dirty="0"/>
              <a:t>Другие основания:</a:t>
            </a:r>
          </a:p>
          <a:p>
            <a:pPr marL="228600" indent="-228600">
              <a:buAutoNum type="arabicPeriod"/>
            </a:pPr>
            <a:r>
              <a:rPr lang="ru-RU" dirty="0"/>
              <a:t>430</a:t>
            </a:r>
          </a:p>
          <a:p>
            <a:pPr marL="228600" indent="-228600">
              <a:buAutoNum type="arabicPeriod"/>
            </a:pPr>
            <a:r>
              <a:rPr lang="ru-RU" dirty="0"/>
              <a:t>1012</a:t>
            </a:r>
          </a:p>
          <a:p>
            <a:pPr marL="228600" indent="-228600">
              <a:buAutoNum type="arabicPeriod"/>
            </a:pPr>
            <a:r>
              <a:rPr lang="ru-RU" dirty="0"/>
              <a:t>12</a:t>
            </a:r>
          </a:p>
          <a:p>
            <a:pPr marL="228600" indent="-228600">
              <a:buAutoNum type="arabicPeriod"/>
            </a:pPr>
            <a:r>
              <a:rPr lang="ru-RU" dirty="0"/>
              <a:t>111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94B13-828A-4948-BA1D-F9B0AB92E72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937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216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01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18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078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878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509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399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0761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46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335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446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051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847108" y="2254026"/>
            <a:ext cx="753406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Арифметические операции в позиционных системах счисления. Сложение и вычитание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Информатика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96D4F3-6D97-9C3C-3A41-951AC7E692EE}"/>
              </a:ext>
            </a:extLst>
          </p:cNvPr>
          <p:cNvSpPr txBox="1">
            <a:spLocks/>
          </p:cNvSpPr>
          <p:nvPr/>
        </p:nvSpPr>
        <p:spPr>
          <a:xfrm>
            <a:off x="671944" y="275389"/>
            <a:ext cx="10858993" cy="1094212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СЛОЖЕНИЕ ЧИСЕЛ В СИСТЕМЕ СЧИСЛЕНИЯ </a:t>
            </a:r>
          </a:p>
          <a:p>
            <a:r>
              <a:rPr lang="ru-RU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ОСНОВАНИЕМ 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ru-RU" sz="2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56FDAAC-EA7E-441C-A193-84127B3F374B}"/>
              </a:ext>
            </a:extLst>
          </p:cNvPr>
          <p:cNvSpPr txBox="1">
            <a:spLocks/>
          </p:cNvSpPr>
          <p:nvPr/>
        </p:nvSpPr>
        <p:spPr>
          <a:xfrm>
            <a:off x="671944" y="1154456"/>
            <a:ext cx="10858994" cy="229374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принцип сложения чисел в системе с основанием q</a:t>
            </a:r>
          </a:p>
          <a:p>
            <a:r>
              <a:rPr lang="ru-RU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Числа складываются поразрядно справа налево, как при обычном сложении столбиком.</a:t>
            </a:r>
          </a:p>
          <a:p>
            <a:r>
              <a:rPr lang="ru-RU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сумма цифр текущего разряда меньше q, она просто записывается в результат.</a:t>
            </a:r>
          </a:p>
          <a:p>
            <a:r>
              <a:rPr lang="ru-RU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сумма равна q или превышает его, возникает перенос единицы в следующий разряд.</a:t>
            </a:r>
          </a:p>
          <a:p>
            <a:r>
              <a:rPr lang="ru-RU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Общее правило:</a:t>
            </a:r>
          </a:p>
          <a:p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= q * k + r</a:t>
            </a:r>
            <a:endParaRPr lang="ru-RU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E2FAA5-79F8-D7B6-7433-FA18918EA4F0}"/>
              </a:ext>
            </a:extLst>
          </p:cNvPr>
          <p:cNvSpPr/>
          <p:nvPr/>
        </p:nvSpPr>
        <p:spPr>
          <a:xfrm>
            <a:off x="8741157" y="4184389"/>
            <a:ext cx="357190" cy="500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D44068B-F2B5-9692-83E6-93A0E53D851A}"/>
              </a:ext>
            </a:extLst>
          </p:cNvPr>
          <p:cNvGrpSpPr/>
          <p:nvPr/>
        </p:nvGrpSpPr>
        <p:grpSpPr>
          <a:xfrm>
            <a:off x="9228430" y="4184389"/>
            <a:ext cx="396000" cy="2357454"/>
            <a:chOff x="3857620" y="4071942"/>
            <a:chExt cx="428628" cy="278605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7225671F-005F-BFCB-076C-1E081821EAA4}"/>
                </a:ext>
              </a:extLst>
            </p:cNvPr>
            <p:cNvSpPr/>
            <p:nvPr/>
          </p:nvSpPr>
          <p:spPr>
            <a:xfrm flipH="1">
              <a:off x="3857620" y="4071942"/>
              <a:ext cx="404878" cy="26432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F1250F5-75DB-CED3-81A3-74B78DABDA01}"/>
                </a:ext>
              </a:extLst>
            </p:cNvPr>
            <p:cNvSpPr/>
            <p:nvPr/>
          </p:nvSpPr>
          <p:spPr>
            <a:xfrm flipV="1">
              <a:off x="3857620" y="5000636"/>
              <a:ext cx="428628" cy="18573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41FCEAC-8601-6567-AE39-0CCB7317A0EB}"/>
              </a:ext>
            </a:extLst>
          </p:cNvPr>
          <p:cNvGrpSpPr/>
          <p:nvPr/>
        </p:nvGrpSpPr>
        <p:grpSpPr>
          <a:xfrm>
            <a:off x="6004680" y="4327265"/>
            <a:ext cx="746542" cy="1214446"/>
            <a:chOff x="1643042" y="2714620"/>
            <a:chExt cx="746542" cy="121444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4A611C-C357-93FA-71CB-C818781864B5}"/>
                </a:ext>
              </a:extLst>
            </p:cNvPr>
            <p:cNvSpPr txBox="1"/>
            <p:nvPr/>
          </p:nvSpPr>
          <p:spPr>
            <a:xfrm>
              <a:off x="2160211" y="2916792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5DAADF-8BC1-7521-C456-34AEB7A20171}"/>
                </a:ext>
              </a:extLst>
            </p:cNvPr>
            <p:cNvSpPr txBox="1"/>
            <p:nvPr/>
          </p:nvSpPr>
          <p:spPr>
            <a:xfrm>
              <a:off x="1853705" y="2714620"/>
              <a:ext cx="434978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ru-RU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EA6091-C64C-A9B0-E392-1D6091DA85D6}"/>
                </a:ext>
              </a:extLst>
            </p:cNvPr>
            <p:cNvSpPr txBox="1"/>
            <p:nvPr/>
          </p:nvSpPr>
          <p:spPr>
            <a:xfrm>
              <a:off x="1643042" y="2876132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3B3D9599-EB7C-1BD3-A810-AEAE11D5F3AD}"/>
                </a:ext>
              </a:extLst>
            </p:cNvPr>
            <p:cNvCxnSpPr/>
            <p:nvPr/>
          </p:nvCxnSpPr>
          <p:spPr>
            <a:xfrm rot="10800000" flipH="1">
              <a:off x="1714202" y="3546537"/>
              <a:ext cx="576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A49E01-53E1-8633-DA14-FFEC3314C8D4}"/>
                </a:ext>
              </a:extLst>
            </p:cNvPr>
            <p:cNvSpPr txBox="1"/>
            <p:nvPr/>
          </p:nvSpPr>
          <p:spPr>
            <a:xfrm>
              <a:off x="1853705" y="3071810"/>
              <a:ext cx="434978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ru-RU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F0C829-DC1B-C3C9-BD2C-501960D1D48B}"/>
                </a:ext>
              </a:extLst>
            </p:cNvPr>
            <p:cNvSpPr txBox="1"/>
            <p:nvPr/>
          </p:nvSpPr>
          <p:spPr>
            <a:xfrm>
              <a:off x="2161897" y="3244334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359A38-1E73-4A09-5CA8-64DDE227C32A}"/>
                </a:ext>
              </a:extLst>
            </p:cNvPr>
            <p:cNvSpPr txBox="1"/>
            <p:nvPr/>
          </p:nvSpPr>
          <p:spPr>
            <a:xfrm>
              <a:off x="1865392" y="3571876"/>
              <a:ext cx="434978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ru-RU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ABBA7F-8F3F-6D92-2050-B19ADDD01C8B}"/>
                </a:ext>
              </a:extLst>
            </p:cNvPr>
            <p:cNvSpPr txBox="1"/>
            <p:nvPr/>
          </p:nvSpPr>
          <p:spPr>
            <a:xfrm>
              <a:off x="2173584" y="3744400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A24D968-A4CD-DF9E-0A6D-3E5B66FB940D}"/>
              </a:ext>
            </a:extLst>
          </p:cNvPr>
          <p:cNvGrpSpPr/>
          <p:nvPr/>
        </p:nvGrpSpPr>
        <p:grpSpPr>
          <a:xfrm>
            <a:off x="7362002" y="5549380"/>
            <a:ext cx="2016000" cy="970299"/>
            <a:chOff x="2000232" y="5694113"/>
            <a:chExt cx="2016000" cy="970299"/>
          </a:xfrm>
        </p:grpSpPr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34D40F5C-0A6C-0F7C-E97D-11F4BB36173F}"/>
                </a:ext>
              </a:extLst>
            </p:cNvPr>
            <p:cNvGrpSpPr/>
            <p:nvPr/>
          </p:nvGrpSpPr>
          <p:grpSpPr>
            <a:xfrm>
              <a:off x="2000232" y="5694113"/>
              <a:ext cx="2016000" cy="970299"/>
              <a:chOff x="2000232" y="5598791"/>
              <a:chExt cx="2016000" cy="1060872"/>
            </a:xfrm>
            <a:solidFill>
              <a:srgbClr val="92D050"/>
            </a:solidFill>
          </p:grpSpPr>
          <p:sp>
            <p:nvSpPr>
              <p:cNvPr id="23" name="Полилиния 20">
                <a:extLst>
                  <a:ext uri="{FF2B5EF4-FFF2-40B4-BE49-F238E27FC236}">
                    <a16:creationId xmlns:a16="http://schemas.microsoft.com/office/drawing/2014/main" id="{74F9C528-5EDA-7A13-234F-B29A008E31DC}"/>
                  </a:ext>
                </a:extLst>
              </p:cNvPr>
              <p:cNvSpPr/>
              <p:nvPr/>
            </p:nvSpPr>
            <p:spPr>
              <a:xfrm>
                <a:off x="3543297" y="5598791"/>
                <a:ext cx="466725" cy="257175"/>
              </a:xfrm>
              <a:custGeom>
                <a:avLst/>
                <a:gdLst>
                  <a:gd name="connsiteX0" fmla="*/ 0 w 466725"/>
                  <a:gd name="connsiteY0" fmla="*/ 180975 h 257175"/>
                  <a:gd name="connsiteX1" fmla="*/ 466725 w 466725"/>
                  <a:gd name="connsiteY1" fmla="*/ 0 h 257175"/>
                  <a:gd name="connsiteX2" fmla="*/ 247650 w 466725"/>
                  <a:gd name="connsiteY2" fmla="*/ 257175 h 257175"/>
                  <a:gd name="connsiteX3" fmla="*/ 0 w 466725"/>
                  <a:gd name="connsiteY3" fmla="*/ 180975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725" h="257175">
                    <a:moveTo>
                      <a:pt x="0" y="180975"/>
                    </a:moveTo>
                    <a:lnTo>
                      <a:pt x="466725" y="0"/>
                    </a:lnTo>
                    <a:lnTo>
                      <a:pt x="247650" y="2571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7EB09395-3E4A-F7D4-DEE2-64F55D72E33F}"/>
                  </a:ext>
                </a:extLst>
              </p:cNvPr>
              <p:cNvSpPr/>
              <p:nvPr/>
            </p:nvSpPr>
            <p:spPr>
              <a:xfrm>
                <a:off x="2000232" y="5715012"/>
                <a:ext cx="2016000" cy="94465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52002A1A-C28A-FF01-565F-339A9EF2680F}"/>
                </a:ext>
              </a:extLst>
            </p:cNvPr>
            <p:cNvSpPr/>
            <p:nvPr/>
          </p:nvSpPr>
          <p:spPr>
            <a:xfrm>
              <a:off x="2081195" y="6176958"/>
              <a:ext cx="1857388" cy="3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36000" tIns="0" rIns="36000" bIns="0" rtlCol="0" anchor="t" anchorCtr="0"/>
            <a:lstStyle/>
            <a:p>
              <a:pPr algn="ctr"/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4475F419-8389-7A3D-3E53-6892B3BA32A8}"/>
                </a:ext>
              </a:extLst>
            </p:cNvPr>
            <p:cNvSpPr/>
            <p:nvPr/>
          </p:nvSpPr>
          <p:spPr>
            <a:xfrm>
              <a:off x="2081195" y="5743591"/>
              <a:ext cx="1857388" cy="428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≥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B4495B7-4CD9-B3E2-FBBF-F3C2F67D10FE}"/>
              </a:ext>
            </a:extLst>
          </p:cNvPr>
          <p:cNvGrpSpPr/>
          <p:nvPr/>
        </p:nvGrpSpPr>
        <p:grpSpPr>
          <a:xfrm>
            <a:off x="9514932" y="5549380"/>
            <a:ext cx="2016005" cy="970305"/>
            <a:chOff x="4143367" y="5694113"/>
            <a:chExt cx="2016005" cy="970305"/>
          </a:xfrm>
        </p:grpSpPr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CC8317B8-EB0A-B924-D6C4-58108E520CC7}"/>
                </a:ext>
              </a:extLst>
            </p:cNvPr>
            <p:cNvGrpSpPr/>
            <p:nvPr/>
          </p:nvGrpSpPr>
          <p:grpSpPr>
            <a:xfrm>
              <a:off x="4143367" y="5694113"/>
              <a:ext cx="2016005" cy="970305"/>
              <a:chOff x="4214805" y="5598791"/>
              <a:chExt cx="2016005" cy="1060879"/>
            </a:xfrm>
            <a:solidFill>
              <a:srgbClr val="0070C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Полилиния 26">
                <a:extLst>
                  <a:ext uri="{FF2B5EF4-FFF2-40B4-BE49-F238E27FC236}">
                    <a16:creationId xmlns:a16="http://schemas.microsoft.com/office/drawing/2014/main" id="{596D9F27-2736-BFA8-E7C2-E2783EED68FA}"/>
                  </a:ext>
                </a:extLst>
              </p:cNvPr>
              <p:cNvSpPr/>
              <p:nvPr/>
            </p:nvSpPr>
            <p:spPr>
              <a:xfrm flipH="1">
                <a:off x="4214805" y="5598791"/>
                <a:ext cx="466725" cy="257175"/>
              </a:xfrm>
              <a:custGeom>
                <a:avLst/>
                <a:gdLst>
                  <a:gd name="connsiteX0" fmla="*/ 0 w 466725"/>
                  <a:gd name="connsiteY0" fmla="*/ 180975 h 257175"/>
                  <a:gd name="connsiteX1" fmla="*/ 466725 w 466725"/>
                  <a:gd name="connsiteY1" fmla="*/ 0 h 257175"/>
                  <a:gd name="connsiteX2" fmla="*/ 247650 w 466725"/>
                  <a:gd name="connsiteY2" fmla="*/ 257175 h 257175"/>
                  <a:gd name="connsiteX3" fmla="*/ 0 w 466725"/>
                  <a:gd name="connsiteY3" fmla="*/ 180975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725" h="257175">
                    <a:moveTo>
                      <a:pt x="0" y="180975"/>
                    </a:moveTo>
                    <a:lnTo>
                      <a:pt x="466725" y="0"/>
                    </a:lnTo>
                    <a:lnTo>
                      <a:pt x="247650" y="2571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EB4B93EF-652D-ACD0-E057-ADE1D35AEB7A}"/>
                  </a:ext>
                </a:extLst>
              </p:cNvPr>
              <p:cNvSpPr/>
              <p:nvPr/>
            </p:nvSpPr>
            <p:spPr>
              <a:xfrm>
                <a:off x="4214810" y="5715018"/>
                <a:ext cx="2016000" cy="94465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E0119B25-346B-5FBC-8605-291FA72CC504}"/>
                </a:ext>
              </a:extLst>
            </p:cNvPr>
            <p:cNvSpPr/>
            <p:nvPr/>
          </p:nvSpPr>
          <p:spPr>
            <a:xfrm>
              <a:off x="4224335" y="6176982"/>
              <a:ext cx="1857388" cy="3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tIns="0" bIns="0" rtlCol="0" anchor="t" anchorCtr="0"/>
            <a:lstStyle/>
            <a:p>
              <a:pPr algn="ctr"/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8C8605F6-B29C-7467-FE67-4A7098E783A1}"/>
                </a:ext>
              </a:extLst>
            </p:cNvPr>
            <p:cNvSpPr/>
            <p:nvPr/>
          </p:nvSpPr>
          <p:spPr>
            <a:xfrm>
              <a:off x="4224335" y="5743615"/>
              <a:ext cx="1857388" cy="428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7ABB327-C763-C8A8-50BE-2C02352EDB33}"/>
              </a:ext>
            </a:extLst>
          </p:cNvPr>
          <p:cNvGrpSpPr/>
          <p:nvPr/>
        </p:nvGrpSpPr>
        <p:grpSpPr>
          <a:xfrm>
            <a:off x="7814475" y="4327265"/>
            <a:ext cx="3017141" cy="1234994"/>
            <a:chOff x="3564354" y="2714620"/>
            <a:chExt cx="3017141" cy="1234994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D07A1851-0068-08D4-46BC-00C7C43BB8B9}"/>
                </a:ext>
              </a:extLst>
            </p:cNvPr>
            <p:cNvGrpSpPr/>
            <p:nvPr/>
          </p:nvGrpSpPr>
          <p:grpSpPr>
            <a:xfrm>
              <a:off x="3761122" y="2714620"/>
              <a:ext cx="2807000" cy="407386"/>
              <a:chOff x="1774231" y="5143512"/>
              <a:chExt cx="2807000" cy="407386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E010EE2-E6F3-8A08-34F5-EB542C91E7F8}"/>
                  </a:ext>
                </a:extLst>
              </p:cNvPr>
              <p:cNvSpPr txBox="1"/>
              <p:nvPr/>
            </p:nvSpPr>
            <p:spPr>
              <a:xfrm>
                <a:off x="4365231" y="5366232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ru-RU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" name="Группа 55">
                <a:extLst>
                  <a:ext uri="{FF2B5EF4-FFF2-40B4-BE49-F238E27FC236}">
                    <a16:creationId xmlns:a16="http://schemas.microsoft.com/office/drawing/2014/main" id="{A8EF7C70-C527-B887-1ADA-5439255F5F5E}"/>
                  </a:ext>
                </a:extLst>
              </p:cNvPr>
              <p:cNvGrpSpPr/>
              <p:nvPr/>
            </p:nvGrpSpPr>
            <p:grpSpPr>
              <a:xfrm>
                <a:off x="1774231" y="5143512"/>
                <a:ext cx="2668788" cy="338554"/>
                <a:chOff x="5072066" y="5000636"/>
                <a:chExt cx="2668788" cy="338554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FC836262-D34C-473A-12CB-480D23C57472}"/>
                    </a:ext>
                  </a:extLst>
                </p:cNvPr>
                <p:cNvSpPr txBox="1"/>
                <p:nvPr/>
              </p:nvSpPr>
              <p:spPr>
                <a:xfrm>
                  <a:off x="507206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78C5A3E-DD8D-D43A-3F0D-3E75B09163E9}"/>
                    </a:ext>
                  </a:extLst>
                </p:cNvPr>
                <p:cNvSpPr txBox="1"/>
                <p:nvPr/>
              </p:nvSpPr>
              <p:spPr>
                <a:xfrm>
                  <a:off x="54287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75ADCAB-B1D5-AB0E-1C78-AB9A3D119865}"/>
                    </a:ext>
                  </a:extLst>
                </p:cNvPr>
                <p:cNvSpPr txBox="1"/>
                <p:nvPr/>
              </p:nvSpPr>
              <p:spPr>
                <a:xfrm>
                  <a:off x="585788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i+1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2888FE1-8171-4ABE-41CD-C12856B14D87}"/>
                    </a:ext>
                  </a:extLst>
                </p:cNvPr>
                <p:cNvSpPr txBox="1"/>
                <p:nvPr/>
              </p:nvSpPr>
              <p:spPr>
                <a:xfrm>
                  <a:off x="624013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1CA4830-A0F2-0F3D-BE4F-257FA1CB373B}"/>
                    </a:ext>
                  </a:extLst>
                </p:cNvPr>
                <p:cNvSpPr txBox="1"/>
                <p:nvPr/>
              </p:nvSpPr>
              <p:spPr>
                <a:xfrm>
                  <a:off x="664370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5C87045-263C-9BEF-DF04-A167D7E38831}"/>
                    </a:ext>
                  </a:extLst>
                </p:cNvPr>
                <p:cNvSpPr txBox="1"/>
                <p:nvPr/>
              </p:nvSpPr>
              <p:spPr>
                <a:xfrm>
                  <a:off x="694868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ru-RU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300D1BB-ED91-D152-02B2-E6AC23409B39}"/>
                    </a:ext>
                  </a:extLst>
                </p:cNvPr>
                <p:cNvSpPr txBox="1"/>
                <p:nvPr/>
              </p:nvSpPr>
              <p:spPr>
                <a:xfrm>
                  <a:off x="73058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8DC207-F400-C6F0-D58F-E9B603551A64}"/>
                </a:ext>
              </a:extLst>
            </p:cNvPr>
            <p:cNvSpPr txBox="1"/>
            <p:nvPr/>
          </p:nvSpPr>
          <p:spPr>
            <a:xfrm>
              <a:off x="3564354" y="2876132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D0F2A29C-D6A2-379C-0BD3-BD92B434AEDE}"/>
                </a:ext>
              </a:extLst>
            </p:cNvPr>
            <p:cNvGrpSpPr/>
            <p:nvPr/>
          </p:nvGrpSpPr>
          <p:grpSpPr>
            <a:xfrm>
              <a:off x="3761122" y="3071810"/>
              <a:ext cx="2808686" cy="377738"/>
              <a:chOff x="1774231" y="5500702"/>
              <a:chExt cx="2808686" cy="377738"/>
            </a:xfrm>
          </p:grpSpPr>
          <p:grpSp>
            <p:nvGrpSpPr>
              <p:cNvPr id="46" name="Группа 45">
                <a:extLst>
                  <a:ext uri="{FF2B5EF4-FFF2-40B4-BE49-F238E27FC236}">
                    <a16:creationId xmlns:a16="http://schemas.microsoft.com/office/drawing/2014/main" id="{0E7E2F83-D566-2D92-D1E5-0C4F6CA535B7}"/>
                  </a:ext>
                </a:extLst>
              </p:cNvPr>
              <p:cNvGrpSpPr/>
              <p:nvPr/>
            </p:nvGrpSpPr>
            <p:grpSpPr>
              <a:xfrm>
                <a:off x="1774231" y="5500702"/>
                <a:ext cx="2668788" cy="338554"/>
                <a:chOff x="5072066" y="5000636"/>
                <a:chExt cx="2668788" cy="338554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CC2F9D-2C35-CDFF-9A9D-A30C9030EFBB}"/>
                    </a:ext>
                  </a:extLst>
                </p:cNvPr>
                <p:cNvSpPr txBox="1"/>
                <p:nvPr/>
              </p:nvSpPr>
              <p:spPr>
                <a:xfrm>
                  <a:off x="507206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B8B046E-8FDE-087E-5A35-D213F012CB55}"/>
                    </a:ext>
                  </a:extLst>
                </p:cNvPr>
                <p:cNvSpPr txBox="1"/>
                <p:nvPr/>
              </p:nvSpPr>
              <p:spPr>
                <a:xfrm>
                  <a:off x="54287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7FCE56D-FA92-DE0A-C03B-40CE6E40B240}"/>
                    </a:ext>
                  </a:extLst>
                </p:cNvPr>
                <p:cNvSpPr txBox="1"/>
                <p:nvPr/>
              </p:nvSpPr>
              <p:spPr>
                <a:xfrm>
                  <a:off x="585788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i+1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97602D7-FDB4-4DE6-4C8C-67754F5BCB89}"/>
                    </a:ext>
                  </a:extLst>
                </p:cNvPr>
                <p:cNvSpPr txBox="1"/>
                <p:nvPr/>
              </p:nvSpPr>
              <p:spPr>
                <a:xfrm>
                  <a:off x="624013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9FDC169-5541-A216-9056-753446458AEC}"/>
                    </a:ext>
                  </a:extLst>
                </p:cNvPr>
                <p:cNvSpPr txBox="1"/>
                <p:nvPr/>
              </p:nvSpPr>
              <p:spPr>
                <a:xfrm>
                  <a:off x="664370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8513386-0B2E-A05F-0A77-F9C34AF94646}"/>
                    </a:ext>
                  </a:extLst>
                </p:cNvPr>
                <p:cNvSpPr txBox="1"/>
                <p:nvPr/>
              </p:nvSpPr>
              <p:spPr>
                <a:xfrm>
                  <a:off x="694868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ru-RU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A3BB483-BAD0-E0E7-84DA-90539139988C}"/>
                    </a:ext>
                  </a:extLst>
                </p:cNvPr>
                <p:cNvSpPr txBox="1"/>
                <p:nvPr/>
              </p:nvSpPr>
              <p:spPr>
                <a:xfrm>
                  <a:off x="73058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04DB53-6C85-AAB8-0B6E-067BE93E45F2}"/>
                  </a:ext>
                </a:extLst>
              </p:cNvPr>
              <p:cNvSpPr txBox="1"/>
              <p:nvPr/>
            </p:nvSpPr>
            <p:spPr>
              <a:xfrm>
                <a:off x="4366917" y="5693774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ru-RU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A5E52647-A788-62C3-7AA8-6F18A3B3506E}"/>
                </a:ext>
              </a:extLst>
            </p:cNvPr>
            <p:cNvGrpSpPr/>
            <p:nvPr/>
          </p:nvGrpSpPr>
          <p:grpSpPr>
            <a:xfrm>
              <a:off x="3772809" y="3571876"/>
              <a:ext cx="2808686" cy="377738"/>
              <a:chOff x="1774231" y="5500702"/>
              <a:chExt cx="2808686" cy="377738"/>
            </a:xfrm>
          </p:grpSpPr>
          <p:grpSp>
            <p:nvGrpSpPr>
              <p:cNvPr id="37" name="Группа 36">
                <a:extLst>
                  <a:ext uri="{FF2B5EF4-FFF2-40B4-BE49-F238E27FC236}">
                    <a16:creationId xmlns:a16="http://schemas.microsoft.com/office/drawing/2014/main" id="{4DCCE789-3428-F7C1-2242-1102E6A00CF5}"/>
                  </a:ext>
                </a:extLst>
              </p:cNvPr>
              <p:cNvGrpSpPr/>
              <p:nvPr/>
            </p:nvGrpSpPr>
            <p:grpSpPr>
              <a:xfrm>
                <a:off x="1774231" y="5500702"/>
                <a:ext cx="2668788" cy="338554"/>
                <a:chOff x="5072066" y="5000636"/>
                <a:chExt cx="2668788" cy="338554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135342F-364E-9C8A-B9F1-C04CDD3FE480}"/>
                    </a:ext>
                  </a:extLst>
                </p:cNvPr>
                <p:cNvSpPr txBox="1"/>
                <p:nvPr/>
              </p:nvSpPr>
              <p:spPr>
                <a:xfrm>
                  <a:off x="507206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C559B8A-F813-A306-423F-CEEFBAC56A1C}"/>
                    </a:ext>
                  </a:extLst>
                </p:cNvPr>
                <p:cNvSpPr txBox="1"/>
                <p:nvPr/>
              </p:nvSpPr>
              <p:spPr>
                <a:xfrm>
                  <a:off x="54287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C737C46-6E07-84C5-CC6A-E99411CEACA7}"/>
                    </a:ext>
                  </a:extLst>
                </p:cNvPr>
                <p:cNvSpPr txBox="1"/>
                <p:nvPr/>
              </p:nvSpPr>
              <p:spPr>
                <a:xfrm>
                  <a:off x="585788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i+1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AB98206-FB2C-90BF-1947-DE3CAAD1F8A5}"/>
                    </a:ext>
                  </a:extLst>
                </p:cNvPr>
                <p:cNvSpPr txBox="1"/>
                <p:nvPr/>
              </p:nvSpPr>
              <p:spPr>
                <a:xfrm>
                  <a:off x="624032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9342764-5679-3D9D-129D-4B0D2101715A}"/>
                    </a:ext>
                  </a:extLst>
                </p:cNvPr>
                <p:cNvSpPr txBox="1"/>
                <p:nvPr/>
              </p:nvSpPr>
              <p:spPr>
                <a:xfrm>
                  <a:off x="664370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81CE06-AF7D-4228-5C55-8BEE09E2202B}"/>
                    </a:ext>
                  </a:extLst>
                </p:cNvPr>
                <p:cNvSpPr txBox="1"/>
                <p:nvPr/>
              </p:nvSpPr>
              <p:spPr>
                <a:xfrm>
                  <a:off x="694868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ru-RU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D8DB55C-0A04-2C44-DEE7-5831F616716E}"/>
                    </a:ext>
                  </a:extLst>
                </p:cNvPr>
                <p:cNvSpPr txBox="1"/>
                <p:nvPr/>
              </p:nvSpPr>
              <p:spPr>
                <a:xfrm>
                  <a:off x="73058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3F0D20-CD09-94A8-9A50-2A42AA104F80}"/>
                  </a:ext>
                </a:extLst>
              </p:cNvPr>
              <p:cNvSpPr txBox="1"/>
              <p:nvPr/>
            </p:nvSpPr>
            <p:spPr>
              <a:xfrm>
                <a:off x="4366917" y="5693774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ru-RU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649647D3-4F23-7017-88E9-10F50BEA7076}"/>
                </a:ext>
              </a:extLst>
            </p:cNvPr>
            <p:cNvCxnSpPr/>
            <p:nvPr/>
          </p:nvCxnSpPr>
          <p:spPr>
            <a:xfrm rot="10800000" flipH="1">
              <a:off x="3566040" y="3546537"/>
              <a:ext cx="2880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8C6450C-6579-9B4F-4F7D-10A1A3B39592}"/>
              </a:ext>
            </a:extLst>
          </p:cNvPr>
          <p:cNvSpPr txBox="1"/>
          <p:nvPr/>
        </p:nvSpPr>
        <p:spPr>
          <a:xfrm>
            <a:off x="360808" y="337106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и 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складываемые цифры;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цифра, которую записываем в текущий разряд;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перенос в следующий разряд.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большинства простых примеров k=1</a:t>
            </a:r>
          </a:p>
        </p:txBody>
      </p:sp>
    </p:spTree>
    <p:extLst>
      <p:ext uri="{BB962C8B-B14F-4D97-AF65-F5344CB8AC3E}">
        <p14:creationId xmlns:p14="http://schemas.microsoft.com/office/powerpoint/2010/main" val="425304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6D9E7A-D6B9-0F82-7402-4FCA6F5DE33F}"/>
              </a:ext>
            </a:extLst>
          </p:cNvPr>
          <p:cNvSpPr txBox="1"/>
          <p:nvPr/>
        </p:nvSpPr>
        <p:spPr>
          <a:xfrm>
            <a:off x="3497240" y="177000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Универсальный алгоритм сложения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80FBA-16BA-514B-6DEF-C7744A3CD502}"/>
              </a:ext>
            </a:extLst>
          </p:cNvPr>
          <p:cNvSpPr txBox="1"/>
          <p:nvPr/>
        </p:nvSpPr>
        <p:spPr>
          <a:xfrm>
            <a:off x="603912" y="1028343"/>
            <a:ext cx="111604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сложения двух чисел в системе счисления с основанием q: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Записать числа друг под другом, выровняв их по правому краю.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Начать сложение с крайнего правого разряда.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Сложить две цифры и перенос из предыдущего разряда, если он есть.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полученное число меньше q, записать его в результат.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результат равен или больше q, представить его в виде: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q * k + 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6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Цифру r записать в текущий разряд.</a:t>
            </a:r>
          </a:p>
          <a:p>
            <a:pPr>
              <a:buFont typeface="+mj-lt"/>
              <a:buAutoNum type="arabicPeriod" startAt="6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Значение k перенести в следующий разряд.</a:t>
            </a:r>
          </a:p>
          <a:p>
            <a:pPr>
              <a:buFont typeface="+mj-lt"/>
              <a:buAutoNum type="arabicPeriod" startAt="6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Продолжать действия справа налево.</a:t>
            </a:r>
          </a:p>
          <a:p>
            <a:pPr>
              <a:buFont typeface="+mj-lt"/>
              <a:buAutoNum type="arabicPeriod" startAt="6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 обработки последнего разряда записать оставшийся перенос.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F1535-1A42-4000-C73B-1D663BA69304}"/>
              </a:ext>
            </a:extLst>
          </p:cNvPr>
          <p:cNvSpPr txBox="1"/>
          <p:nvPr/>
        </p:nvSpPr>
        <p:spPr>
          <a:xfrm>
            <a:off x="1253950" y="4167664"/>
            <a:ext cx="9684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типичных случаев можно использовать более простое правило: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CD641B-FB04-0EC3-7F86-C4E14F23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040" y="4536996"/>
            <a:ext cx="4648200" cy="533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A8FCD8-2ADC-29D2-825F-310145204B37}"/>
              </a:ext>
            </a:extLst>
          </p:cNvPr>
          <p:cNvSpPr txBox="1"/>
          <p:nvPr/>
        </p:nvSpPr>
        <p:spPr>
          <a:xfrm>
            <a:off x="812878" y="5255062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в восьмеричной системе: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0EA2AFF-4575-A01B-26CA-A32D999C38F9}"/>
                  </a:ext>
                </a:extLst>
              </p:cNvPr>
              <p:cNvSpPr/>
              <p:nvPr/>
            </p:nvSpPr>
            <p:spPr>
              <a:xfrm>
                <a:off x="5134708" y="5255062"/>
                <a:ext cx="2823587" cy="68351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7+6=13</m:t>
                      </m:r>
                    </m:oMath>
                  </m:oMathPara>
                </a14:m>
                <a:endParaRPr lang="ru-RU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13 −8=5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0EA2AFF-4575-A01B-26CA-A32D999C3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708" y="5255062"/>
                <a:ext cx="2823587" cy="6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1A76D5C-C9AA-AFB4-9952-AC37298A2378}"/>
              </a:ext>
            </a:extLst>
          </p:cNvPr>
          <p:cNvSpPr txBox="1"/>
          <p:nvPr/>
        </p:nvSpPr>
        <p:spPr>
          <a:xfrm>
            <a:off x="4843725" y="616538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записываем 5, переносим 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6282F-32C2-235F-7436-8CDCD72B31C2}"/>
              </a:ext>
            </a:extLst>
          </p:cNvPr>
          <p:cNvSpPr txBox="1"/>
          <p:nvPr/>
        </p:nvSpPr>
        <p:spPr>
          <a:xfrm>
            <a:off x="7873231" y="2310705"/>
            <a:ext cx="43187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цифра, которую записываем в текущий разряд;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перенос в следующий разряд.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большинства простых примеров k=1</a:t>
            </a:r>
          </a:p>
        </p:txBody>
      </p:sp>
    </p:spTree>
    <p:extLst>
      <p:ext uri="{BB962C8B-B14F-4D97-AF65-F5344CB8AC3E}">
        <p14:creationId xmlns:p14="http://schemas.microsoft.com/office/powerpoint/2010/main" val="211836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130E80-8DBE-5E71-3747-DA124571D4A2}"/>
              </a:ext>
            </a:extLst>
          </p:cNvPr>
          <p:cNvSpPr/>
          <p:nvPr/>
        </p:nvSpPr>
        <p:spPr>
          <a:xfrm>
            <a:off x="5829962" y="1675212"/>
            <a:ext cx="4857784" cy="43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1B2F69-7622-45A2-5C4C-EE94144BCC99}"/>
              </a:ext>
            </a:extLst>
          </p:cNvPr>
          <p:cNvSpPr/>
          <p:nvPr/>
        </p:nvSpPr>
        <p:spPr>
          <a:xfrm>
            <a:off x="1539973" y="3702844"/>
            <a:ext cx="2928958" cy="23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8E682B-55DD-8814-A6BE-1F8CAA12A683}"/>
              </a:ext>
            </a:extLst>
          </p:cNvPr>
          <p:cNvSpPr/>
          <p:nvPr/>
        </p:nvSpPr>
        <p:spPr>
          <a:xfrm>
            <a:off x="1539973" y="1678972"/>
            <a:ext cx="2928958" cy="1925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D086A41-70DF-D774-29A1-EF270419178B}"/>
              </a:ext>
            </a:extLst>
          </p:cNvPr>
          <p:cNvSpPr txBox="1">
            <a:spLocks/>
          </p:cNvSpPr>
          <p:nvPr/>
        </p:nvSpPr>
        <p:spPr>
          <a:xfrm>
            <a:off x="671945" y="44197"/>
            <a:ext cx="10858993" cy="49163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 СЛОЖЕНИЯ В ДВОИЧНОЙ, ТРОИЧНОЙ И ВОСЬМЕРИЧНОЙ  СИСТЕМАХ СЧИСЛЕНИЯ</a:t>
            </a:r>
          </a:p>
        </p:txBody>
      </p:sp>
      <p:graphicFrame>
        <p:nvGraphicFramePr>
          <p:cNvPr id="6" name="Group 198">
            <a:extLst>
              <a:ext uri="{FF2B5EF4-FFF2-40B4-BE49-F238E27FC236}">
                <a16:creationId xmlns:a16="http://schemas.microsoft.com/office/drawing/2014/main" id="{A768EE2C-D7D0-9FF6-5EB0-F78A4F0655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305742"/>
              </p:ext>
            </p:extLst>
          </p:nvPr>
        </p:nvGraphicFramePr>
        <p:xfrm>
          <a:off x="5972840" y="2318155"/>
          <a:ext cx="4572031" cy="3500463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0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7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97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Group 198">
            <a:extLst>
              <a:ext uri="{FF2B5EF4-FFF2-40B4-BE49-F238E27FC236}">
                <a16:creationId xmlns:a16="http://schemas.microsoft.com/office/drawing/2014/main" id="{F4EFB0EE-6098-A3DF-5171-9B15C31DA5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588927"/>
              </p:ext>
            </p:extLst>
          </p:nvPr>
        </p:nvGraphicFramePr>
        <p:xfrm>
          <a:off x="1988445" y="4294741"/>
          <a:ext cx="2032014" cy="152387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0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2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2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6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2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roup 198">
            <a:extLst>
              <a:ext uri="{FF2B5EF4-FFF2-40B4-BE49-F238E27FC236}">
                <a16:creationId xmlns:a16="http://schemas.microsoft.com/office/drawing/2014/main" id="{84287FCA-B4F1-6344-60C7-10AA6463C9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0163243"/>
              </p:ext>
            </p:extLst>
          </p:nvPr>
        </p:nvGraphicFramePr>
        <p:xfrm>
          <a:off x="2242447" y="2318155"/>
          <a:ext cx="1524010" cy="114260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0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2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27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6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EE3477-7825-5044-8BE0-81AD7E308DB7}"/>
              </a:ext>
            </a:extLst>
          </p:cNvPr>
          <p:cNvSpPr txBox="1"/>
          <p:nvPr/>
        </p:nvSpPr>
        <p:spPr>
          <a:xfrm>
            <a:off x="1575692" y="1736603"/>
            <a:ext cx="2857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Двоичная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счисления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930AB-9648-FE79-EAB2-CBB9474C5180}"/>
              </a:ext>
            </a:extLst>
          </p:cNvPr>
          <p:cNvSpPr txBox="1"/>
          <p:nvPr/>
        </p:nvSpPr>
        <p:spPr>
          <a:xfrm>
            <a:off x="5865681" y="1736603"/>
            <a:ext cx="4786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Восьмеричная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счисления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FDCD5A-334E-615D-AEAE-AEAADED30106}"/>
              </a:ext>
            </a:extLst>
          </p:cNvPr>
          <p:cNvSpPr txBox="1"/>
          <p:nvPr/>
        </p:nvSpPr>
        <p:spPr>
          <a:xfrm>
            <a:off x="1575692" y="3720982"/>
            <a:ext cx="2857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Троичная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4099858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A4D6E4-FD30-0289-E6F7-06AA8732930C}"/>
              </a:ext>
            </a:extLst>
          </p:cNvPr>
          <p:cNvSpPr/>
          <p:nvPr/>
        </p:nvSpPr>
        <p:spPr>
          <a:xfrm>
            <a:off x="2238348" y="1143729"/>
            <a:ext cx="8072494" cy="51435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4D638DA-8617-7AC5-0455-AF3D208A32F0}"/>
              </a:ext>
            </a:extLst>
          </p:cNvPr>
          <p:cNvSpPr txBox="1">
            <a:spLocks/>
          </p:cNvSpPr>
          <p:nvPr/>
        </p:nvSpPr>
        <p:spPr>
          <a:xfrm>
            <a:off x="671945" y="44196"/>
            <a:ext cx="10858993" cy="65987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spc="-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СЛОЖЕНИЯ В</a:t>
            </a:r>
            <a:r>
              <a:rPr lang="ru-RU" sz="2800" i="1" kern="0" spc="-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kern="0" spc="-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ШЕСТНАДЦАТЕРИЧНОЙ  СИСТЕМЕ СЧИСЛЕНИЯ</a:t>
            </a:r>
            <a:endParaRPr lang="ru-RU" sz="2800" kern="0" spc="-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1028">
            <a:extLst>
              <a:ext uri="{FF2B5EF4-FFF2-40B4-BE49-F238E27FC236}">
                <a16:creationId xmlns:a16="http://schemas.microsoft.com/office/drawing/2014/main" id="{E8CA7C01-42B5-DAFF-1F84-09B055CE1C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3042269"/>
              </p:ext>
            </p:extLst>
          </p:nvPr>
        </p:nvGraphicFramePr>
        <p:xfrm>
          <a:off x="2657420" y="1272331"/>
          <a:ext cx="7510547" cy="48816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53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40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34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40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401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401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1A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1B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1C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1D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1E</a:t>
                      </a:r>
                    </a:p>
                  </a:txBody>
                  <a:tcPr marL="0" marR="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235296-4EE7-E49C-60DA-7EF61561C8D2}"/>
              </a:ext>
            </a:extLst>
          </p:cNvPr>
          <p:cNvSpPr txBox="1"/>
          <p:nvPr/>
        </p:nvSpPr>
        <p:spPr>
          <a:xfrm rot="16200000">
            <a:off x="-92705" y="3546219"/>
            <a:ext cx="5143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Шестнадцатеричная система счисления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308711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66EA8-8DA6-6499-AB42-78EA78DDE423}"/>
              </a:ext>
            </a:extLst>
          </p:cNvPr>
          <p:cNvSpPr txBox="1">
            <a:spLocks/>
          </p:cNvSpPr>
          <p:nvPr/>
        </p:nvSpPr>
        <p:spPr>
          <a:xfrm>
            <a:off x="667605" y="68166"/>
            <a:ext cx="10858993" cy="586386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ДВОИЧНАЯ АРИФМЕТИКА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71BE64D-B4B5-0CA5-BB6E-8CC4128AC679}"/>
              </a:ext>
            </a:extLst>
          </p:cNvPr>
          <p:cNvGrpSpPr/>
          <p:nvPr/>
        </p:nvGrpSpPr>
        <p:grpSpPr>
          <a:xfrm>
            <a:off x="924496" y="1737892"/>
            <a:ext cx="2500330" cy="1925066"/>
            <a:chOff x="785786" y="1071546"/>
            <a:chExt cx="2500330" cy="1925066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3E393ED-A0B6-C174-4F00-5EC4E575F184}"/>
                </a:ext>
              </a:extLst>
            </p:cNvPr>
            <p:cNvSpPr/>
            <p:nvPr/>
          </p:nvSpPr>
          <p:spPr>
            <a:xfrm>
              <a:off x="785786" y="1071546"/>
              <a:ext cx="2500330" cy="19250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Group 198">
              <a:extLst>
                <a:ext uri="{FF2B5EF4-FFF2-40B4-BE49-F238E27FC236}">
                  <a16:creationId xmlns:a16="http://schemas.microsoft.com/office/drawing/2014/main" id="{7F3F3D41-E499-8663-D9F8-91C7D039B6C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51247439"/>
                </p:ext>
              </p:extLst>
            </p:nvPr>
          </p:nvGraphicFramePr>
          <p:xfrm>
            <a:off x="1273946" y="1710728"/>
            <a:ext cx="1524010" cy="1142605"/>
          </p:xfrm>
          <a:graphic>
            <a:graphicData uri="http://schemas.openxmlformats.org/drawingml/2006/table">
              <a:tbl>
                <a:tblPr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tblPr>
                <a:tblGrid>
                  <a:gridCol w="5080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0800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080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1272"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+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272"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80061"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B72D16-CDA4-A543-22A6-0B36157EC4DC}"/>
                </a:ext>
              </a:extLst>
            </p:cNvPr>
            <p:cNvSpPr txBox="1"/>
            <p:nvPr/>
          </p:nvSpPr>
          <p:spPr>
            <a:xfrm>
              <a:off x="1142976" y="1129176"/>
              <a:ext cx="17859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Таблица </a:t>
              </a:r>
              <a:b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сложения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446EF89B-0166-B215-C02C-B3E7B5AB427B}"/>
              </a:ext>
            </a:extLst>
          </p:cNvPr>
          <p:cNvSpPr txBox="1"/>
          <p:nvPr/>
        </p:nvSpPr>
        <p:spPr>
          <a:xfrm>
            <a:off x="727684" y="561247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Основание двоичной системы: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2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только две цифры: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22FC89C-4C57-1794-89DE-002D5223B9B6}"/>
              </a:ext>
            </a:extLst>
          </p:cNvPr>
          <p:cNvSpPr txBox="1"/>
          <p:nvPr/>
        </p:nvSpPr>
        <p:spPr>
          <a:xfrm>
            <a:off x="3968354" y="175530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сложения: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A9FEE69-613E-77A6-BAD9-473E2BC3AC0D}"/>
                  </a:ext>
                </a:extLst>
              </p:cNvPr>
              <p:cNvSpPr txBox="1"/>
              <p:nvPr/>
            </p:nvSpPr>
            <p:spPr>
              <a:xfrm>
                <a:off x="4682681" y="2127130"/>
                <a:ext cx="126149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0+0=0</m:t>
                      </m:r>
                    </m:oMath>
                  </m:oMathPara>
                </a14:m>
                <a:endParaRPr lang="ru-R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0+1=1</m:t>
                      </m:r>
                    </m:oMath>
                  </m:oMathPara>
                </a14:m>
                <a:endParaRPr lang="ru-R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1+0=1</m:t>
                      </m:r>
                    </m:oMath>
                  </m:oMathPara>
                </a14:m>
                <a:endParaRPr lang="ru-R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1+1=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A9FEE69-613E-77A6-BAD9-473E2BC3A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681" y="2127130"/>
                <a:ext cx="1261499" cy="1107996"/>
              </a:xfrm>
              <a:prstGeom prst="rect">
                <a:avLst/>
              </a:prstGeom>
              <a:blipFill>
                <a:blip r:embed="rId3"/>
                <a:stretch>
                  <a:fillRect l="-3382" r="-1449" b="-32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2B9EFD88-EE35-FE25-1F69-92B0AA7C70D9}"/>
              </a:ext>
            </a:extLst>
          </p:cNvPr>
          <p:cNvSpPr txBox="1"/>
          <p:nvPr/>
        </p:nvSpPr>
        <p:spPr>
          <a:xfrm>
            <a:off x="7557177" y="172779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вместе с переносом получается: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E0B6E66-EE92-EB69-8617-E70CE7447F53}"/>
                  </a:ext>
                </a:extLst>
              </p:cNvPr>
              <p:cNvSpPr txBox="1"/>
              <p:nvPr/>
            </p:nvSpPr>
            <p:spPr>
              <a:xfrm>
                <a:off x="8404786" y="2211698"/>
                <a:ext cx="176086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1+1+1</m:t>
                      </m:r>
                    </m:oMath>
                  </m:oMathPara>
                </a14:m>
                <a:endParaRPr lang="ru-RU" b="0" dirty="0"/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1+1+1=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E0B6E66-EE92-EB69-8617-E70CE7447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786" y="2211698"/>
                <a:ext cx="1760867" cy="830997"/>
              </a:xfrm>
              <a:prstGeom prst="rect">
                <a:avLst/>
              </a:prstGeom>
              <a:blipFill>
                <a:blip r:embed="rId4"/>
                <a:stretch>
                  <a:fillRect l="-8304" b="-5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D83AB47C-1E5B-FE0F-6C11-5922C9AD9A4C}"/>
              </a:ext>
            </a:extLst>
          </p:cNvPr>
          <p:cNvSpPr txBox="1"/>
          <p:nvPr/>
        </p:nvSpPr>
        <p:spPr>
          <a:xfrm>
            <a:off x="3521310" y="4410195"/>
            <a:ext cx="180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1011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+ 1101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------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11000</a:t>
            </a:r>
          </a:p>
        </p:txBody>
      </p:sp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141A114B-7A22-0E8D-8170-D2599F385E40}"/>
              </a:ext>
            </a:extLst>
          </p:cNvPr>
          <p:cNvCxnSpPr>
            <a:cxnSpLocks/>
          </p:cNvCxnSpPr>
          <p:nvPr/>
        </p:nvCxnSpPr>
        <p:spPr>
          <a:xfrm flipV="1">
            <a:off x="4669508" y="4963276"/>
            <a:ext cx="703456" cy="1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5DA53809-8A34-0150-282E-531BAD0424F9}"/>
              </a:ext>
            </a:extLst>
          </p:cNvPr>
          <p:cNvSpPr txBox="1"/>
          <p:nvPr/>
        </p:nvSpPr>
        <p:spPr>
          <a:xfrm>
            <a:off x="5661829" y="4087030"/>
            <a:ext cx="609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Начинаем справа.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разряд: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7ED5C4C-0702-6A24-A26D-E644267C44D3}"/>
                  </a:ext>
                </a:extLst>
              </p:cNvPr>
              <p:cNvSpPr txBox="1"/>
              <p:nvPr/>
            </p:nvSpPr>
            <p:spPr>
              <a:xfrm>
                <a:off x="7333132" y="4410195"/>
                <a:ext cx="11541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1+1=10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7ED5C4C-0702-6A24-A26D-E644267C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132" y="4410195"/>
                <a:ext cx="1154162" cy="276999"/>
              </a:xfrm>
              <a:prstGeom prst="rect">
                <a:avLst/>
              </a:prstGeom>
              <a:blipFill>
                <a:blip r:embed="rId5"/>
                <a:stretch>
                  <a:fillRect l="-4233" r="-4233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E3525CBA-211F-A9BB-CF94-6CA717DBA7F5}"/>
              </a:ext>
            </a:extLst>
          </p:cNvPr>
          <p:cNvSpPr txBox="1"/>
          <p:nvPr/>
        </p:nvSpPr>
        <p:spPr>
          <a:xfrm>
            <a:off x="5685164" y="4687194"/>
            <a:ext cx="1744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разряд: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D7A96E-6DBB-9C36-F6E6-AC38C96C5635}"/>
                  </a:ext>
                </a:extLst>
              </p:cNvPr>
              <p:cNvSpPr txBox="1"/>
              <p:nvPr/>
            </p:nvSpPr>
            <p:spPr>
              <a:xfrm>
                <a:off x="7266188" y="4756444"/>
                <a:ext cx="15581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1+0+1=10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2D7A96E-6DBB-9C36-F6E6-AC38C96C5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188" y="4756444"/>
                <a:ext cx="1558119" cy="276999"/>
              </a:xfrm>
              <a:prstGeom prst="rect">
                <a:avLst/>
              </a:prstGeom>
              <a:blipFill>
                <a:blip r:embed="rId6"/>
                <a:stretch>
                  <a:fillRect l="-3125" r="-2344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86BE4988-7BB7-FCD2-4D48-6D525287D7CB}"/>
              </a:ext>
            </a:extLst>
          </p:cNvPr>
          <p:cNvSpPr txBox="1"/>
          <p:nvPr/>
        </p:nvSpPr>
        <p:spPr>
          <a:xfrm>
            <a:off x="5685164" y="5024257"/>
            <a:ext cx="6830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Третий разряд: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4A2F189-E376-2D52-DD8F-9997FE15AE33}"/>
                  </a:ext>
                </a:extLst>
              </p:cNvPr>
              <p:cNvSpPr txBox="1"/>
              <p:nvPr/>
            </p:nvSpPr>
            <p:spPr>
              <a:xfrm>
                <a:off x="7229740" y="5069082"/>
                <a:ext cx="15581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0+1+1=10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4A2F189-E376-2D52-DD8F-9997FE15A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740" y="5069082"/>
                <a:ext cx="1558119" cy="276999"/>
              </a:xfrm>
              <a:prstGeom prst="rect">
                <a:avLst/>
              </a:prstGeom>
              <a:blipFill>
                <a:blip r:embed="rId7"/>
                <a:stretch>
                  <a:fillRect l="-3125" r="-2344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TextBox 128">
            <a:extLst>
              <a:ext uri="{FF2B5EF4-FFF2-40B4-BE49-F238E27FC236}">
                <a16:creationId xmlns:a16="http://schemas.microsoft.com/office/drawing/2014/main" id="{DE047CF6-7F0B-9D9F-81FB-9062CA262006}"/>
              </a:ext>
            </a:extLst>
          </p:cNvPr>
          <p:cNvSpPr txBox="1"/>
          <p:nvPr/>
        </p:nvSpPr>
        <p:spPr>
          <a:xfrm>
            <a:off x="5674455" y="5462054"/>
            <a:ext cx="6830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Четвёртый разряд: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B2428C8-BB75-3F11-3485-CBAD92274746}"/>
                  </a:ext>
                </a:extLst>
              </p:cNvPr>
              <p:cNvSpPr txBox="1"/>
              <p:nvPr/>
            </p:nvSpPr>
            <p:spPr>
              <a:xfrm>
                <a:off x="7650746" y="5511830"/>
                <a:ext cx="15581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1+1+1=11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AB2428C8-BB75-3F11-3485-CBAD92274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746" y="5511830"/>
                <a:ext cx="1558119" cy="276999"/>
              </a:xfrm>
              <a:prstGeom prst="rect">
                <a:avLst/>
              </a:prstGeom>
              <a:blipFill>
                <a:blip r:embed="rId8"/>
                <a:stretch>
                  <a:fillRect l="-2734" r="-2734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18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5AC74-33EE-0CF1-9216-EBB94EC68472}"/>
              </a:ext>
            </a:extLst>
          </p:cNvPr>
          <p:cNvSpPr txBox="1">
            <a:spLocks/>
          </p:cNvSpPr>
          <p:nvPr/>
        </p:nvSpPr>
        <p:spPr>
          <a:xfrm>
            <a:off x="671945" y="79825"/>
            <a:ext cx="10858993" cy="109068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ВЫЧИТАНИЕ ЧИСЕЛ В СИСТЕМЕ СЧИСЛЕНИЯ </a:t>
            </a:r>
            <a:br>
              <a:rPr lang="en-US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ОСНОВАНИЕМ </a:t>
            </a:r>
            <a:r>
              <a:rPr lang="en-US" sz="28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ru-RU" sz="28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292D70-D756-0413-3B16-6C8E4ABCC7DE}"/>
              </a:ext>
            </a:extLst>
          </p:cNvPr>
          <p:cNvSpPr txBox="1">
            <a:spLocks/>
          </p:cNvSpPr>
          <p:nvPr/>
        </p:nvSpPr>
        <p:spPr>
          <a:xfrm>
            <a:off x="887945" y="1264954"/>
            <a:ext cx="10642994" cy="279106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just"/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вычитании также работаем справа налево. </a:t>
            </a:r>
          </a:p>
          <a:p>
            <a:pPr algn="just"/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цифры уменьшаемого достаточно, вычитаем обычным образом. Если цифра уменьшаемого меньше цифры вычитаемого, занимаем единицу из следующего разряда слева. </a:t>
            </a:r>
          </a:p>
          <a:p>
            <a:pPr algn="just"/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системе с основанием q эта занятая единица равна q единицам текущего разряда. Поэтому к текущей цифре уменьшаемого прибавляем q, выполняем вычитание, а разряд, из которого заняли, уменьшаем на единицу. </a:t>
            </a:r>
          </a:p>
          <a:p>
            <a:pPr algn="just"/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в троичной системе при займе к цифре добавляется 3, а в шестнадцатеричной - 16.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8FE4D9-B755-B58D-7FC8-8B12E18640D3}"/>
              </a:ext>
            </a:extLst>
          </p:cNvPr>
          <p:cNvSpPr/>
          <p:nvPr/>
        </p:nvSpPr>
        <p:spPr>
          <a:xfrm>
            <a:off x="8438558" y="4108822"/>
            <a:ext cx="357190" cy="500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284">
            <a:extLst>
              <a:ext uri="{FF2B5EF4-FFF2-40B4-BE49-F238E27FC236}">
                <a16:creationId xmlns:a16="http://schemas.microsoft.com/office/drawing/2014/main" id="{8E2F11C9-4A42-0411-9D66-8548BA38300F}"/>
              </a:ext>
            </a:extLst>
          </p:cNvPr>
          <p:cNvGrpSpPr/>
          <p:nvPr/>
        </p:nvGrpSpPr>
        <p:grpSpPr>
          <a:xfrm>
            <a:off x="8925831" y="4108822"/>
            <a:ext cx="396000" cy="2357454"/>
            <a:chOff x="3857620" y="4071942"/>
            <a:chExt cx="428628" cy="278605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A27DCE9-4C0C-BCDF-93D0-0B1A21073DBD}"/>
                </a:ext>
              </a:extLst>
            </p:cNvPr>
            <p:cNvSpPr/>
            <p:nvPr/>
          </p:nvSpPr>
          <p:spPr>
            <a:xfrm flipH="1">
              <a:off x="3857620" y="4071942"/>
              <a:ext cx="404878" cy="26432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F3055BD-3540-5F2E-732A-52513AC5B694}"/>
                </a:ext>
              </a:extLst>
            </p:cNvPr>
            <p:cNvSpPr/>
            <p:nvPr/>
          </p:nvSpPr>
          <p:spPr>
            <a:xfrm flipV="1">
              <a:off x="3857620" y="5000636"/>
              <a:ext cx="428628" cy="18573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Группа 287">
            <a:extLst>
              <a:ext uri="{FF2B5EF4-FFF2-40B4-BE49-F238E27FC236}">
                <a16:creationId xmlns:a16="http://schemas.microsoft.com/office/drawing/2014/main" id="{72BE95A4-580D-A4D9-6E4B-76EFAAA94388}"/>
              </a:ext>
            </a:extLst>
          </p:cNvPr>
          <p:cNvGrpSpPr/>
          <p:nvPr/>
        </p:nvGrpSpPr>
        <p:grpSpPr>
          <a:xfrm>
            <a:off x="5702081" y="4251698"/>
            <a:ext cx="746542" cy="1214446"/>
            <a:chOff x="1643042" y="2714620"/>
            <a:chExt cx="746542" cy="12144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F7A48F-13E3-4150-57E3-3D261500EA14}"/>
                </a:ext>
              </a:extLst>
            </p:cNvPr>
            <p:cNvSpPr txBox="1"/>
            <p:nvPr/>
          </p:nvSpPr>
          <p:spPr>
            <a:xfrm>
              <a:off x="2160211" y="2916792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EE20E6-0EC8-89EA-B6B8-DB2F25314482}"/>
                </a:ext>
              </a:extLst>
            </p:cNvPr>
            <p:cNvSpPr txBox="1"/>
            <p:nvPr/>
          </p:nvSpPr>
          <p:spPr>
            <a:xfrm>
              <a:off x="1853705" y="2714620"/>
              <a:ext cx="434978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ru-RU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58E652-AC00-5DF9-4B77-2BF84A1DE4B2}"/>
                </a:ext>
              </a:extLst>
            </p:cNvPr>
            <p:cNvSpPr txBox="1"/>
            <p:nvPr/>
          </p:nvSpPr>
          <p:spPr>
            <a:xfrm>
              <a:off x="1643042" y="2876132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</a:p>
          </p:txBody>
        </p: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F723B2D-B566-4CD8-88F1-20AB19BEF127}"/>
                </a:ext>
              </a:extLst>
            </p:cNvPr>
            <p:cNvCxnSpPr/>
            <p:nvPr/>
          </p:nvCxnSpPr>
          <p:spPr>
            <a:xfrm rot="10800000" flipH="1">
              <a:off x="1714202" y="3546537"/>
              <a:ext cx="576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1220E5-54E0-7C74-6D30-CB83C44E212A}"/>
                </a:ext>
              </a:extLst>
            </p:cNvPr>
            <p:cNvSpPr txBox="1"/>
            <p:nvPr/>
          </p:nvSpPr>
          <p:spPr>
            <a:xfrm>
              <a:off x="1853705" y="3071810"/>
              <a:ext cx="434978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ru-RU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9CACF04-4A1B-C2DD-CF58-BE9B59AC113A}"/>
                </a:ext>
              </a:extLst>
            </p:cNvPr>
            <p:cNvSpPr txBox="1"/>
            <p:nvPr/>
          </p:nvSpPr>
          <p:spPr>
            <a:xfrm>
              <a:off x="2161897" y="3244334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9916E7-4FF6-4AD0-C82F-4FED4CEC18F5}"/>
                </a:ext>
              </a:extLst>
            </p:cNvPr>
            <p:cNvSpPr txBox="1"/>
            <p:nvPr/>
          </p:nvSpPr>
          <p:spPr>
            <a:xfrm>
              <a:off x="1865392" y="3571876"/>
              <a:ext cx="434978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ru-RU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9ED73C-4040-A119-B501-D905FA5A5A33}"/>
                </a:ext>
              </a:extLst>
            </p:cNvPr>
            <p:cNvSpPr txBox="1"/>
            <p:nvPr/>
          </p:nvSpPr>
          <p:spPr>
            <a:xfrm>
              <a:off x="2173584" y="3744400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Группа 285">
            <a:extLst>
              <a:ext uri="{FF2B5EF4-FFF2-40B4-BE49-F238E27FC236}">
                <a16:creationId xmlns:a16="http://schemas.microsoft.com/office/drawing/2014/main" id="{C66C9D83-98A0-557B-4E0E-3A3E57E3195A}"/>
              </a:ext>
            </a:extLst>
          </p:cNvPr>
          <p:cNvGrpSpPr/>
          <p:nvPr/>
        </p:nvGrpSpPr>
        <p:grpSpPr>
          <a:xfrm>
            <a:off x="7059403" y="5473813"/>
            <a:ext cx="2016000" cy="970299"/>
            <a:chOff x="2000232" y="5694113"/>
            <a:chExt cx="2016000" cy="970299"/>
          </a:xfrm>
        </p:grpSpPr>
        <p:grpSp>
          <p:nvGrpSpPr>
            <p:cNvPr id="18" name="Группа 278">
              <a:extLst>
                <a:ext uri="{FF2B5EF4-FFF2-40B4-BE49-F238E27FC236}">
                  <a16:creationId xmlns:a16="http://schemas.microsoft.com/office/drawing/2014/main" id="{4E405D30-ED3F-4CE6-7B17-AB343EC2F070}"/>
                </a:ext>
              </a:extLst>
            </p:cNvPr>
            <p:cNvGrpSpPr/>
            <p:nvPr/>
          </p:nvGrpSpPr>
          <p:grpSpPr>
            <a:xfrm>
              <a:off x="2000232" y="5694113"/>
              <a:ext cx="2016000" cy="970299"/>
              <a:chOff x="2000232" y="5598791"/>
              <a:chExt cx="2016000" cy="1060872"/>
            </a:xfrm>
            <a:solidFill>
              <a:srgbClr val="92D050"/>
            </a:solidFill>
          </p:grpSpPr>
          <p:sp>
            <p:nvSpPr>
              <p:cNvPr id="21" name="Полилиния 78">
                <a:extLst>
                  <a:ext uri="{FF2B5EF4-FFF2-40B4-BE49-F238E27FC236}">
                    <a16:creationId xmlns:a16="http://schemas.microsoft.com/office/drawing/2014/main" id="{31992ADB-13F4-2F4F-F96A-7CCC17DBBAF2}"/>
                  </a:ext>
                </a:extLst>
              </p:cNvPr>
              <p:cNvSpPr/>
              <p:nvPr/>
            </p:nvSpPr>
            <p:spPr>
              <a:xfrm>
                <a:off x="3543297" y="5598791"/>
                <a:ext cx="466725" cy="257175"/>
              </a:xfrm>
              <a:custGeom>
                <a:avLst/>
                <a:gdLst>
                  <a:gd name="connsiteX0" fmla="*/ 0 w 466725"/>
                  <a:gd name="connsiteY0" fmla="*/ 180975 h 257175"/>
                  <a:gd name="connsiteX1" fmla="*/ 466725 w 466725"/>
                  <a:gd name="connsiteY1" fmla="*/ 0 h 257175"/>
                  <a:gd name="connsiteX2" fmla="*/ 247650 w 466725"/>
                  <a:gd name="connsiteY2" fmla="*/ 257175 h 257175"/>
                  <a:gd name="connsiteX3" fmla="*/ 0 w 466725"/>
                  <a:gd name="connsiteY3" fmla="*/ 180975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725" h="257175">
                    <a:moveTo>
                      <a:pt x="0" y="180975"/>
                    </a:moveTo>
                    <a:lnTo>
                      <a:pt x="466725" y="0"/>
                    </a:lnTo>
                    <a:lnTo>
                      <a:pt x="247650" y="2571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6A95EBA4-C093-FF37-BE9B-4DB715EDF785}"/>
                  </a:ext>
                </a:extLst>
              </p:cNvPr>
              <p:cNvSpPr/>
              <p:nvPr/>
            </p:nvSpPr>
            <p:spPr>
              <a:xfrm>
                <a:off x="2000232" y="5715012"/>
                <a:ext cx="2016000" cy="94465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946A558-5B70-AD7A-961A-2F08A4C29925}"/>
                </a:ext>
              </a:extLst>
            </p:cNvPr>
            <p:cNvSpPr/>
            <p:nvPr/>
          </p:nvSpPr>
          <p:spPr>
            <a:xfrm>
              <a:off x="2081195" y="6176958"/>
              <a:ext cx="1857388" cy="396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36000" tIns="0" rIns="36000" bIns="0" rtlCol="0" anchor="t" anchorCtr="0"/>
            <a:lstStyle/>
            <a:p>
              <a:pPr algn="ctr"/>
              <a:r>
                <a:rPr lang="en-US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</a:t>
              </a:r>
              <a:r>
                <a:rPr lang="en-US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9E58B1F8-93CC-794C-7DB5-DA8BD596E592}"/>
                </a:ext>
              </a:extLst>
            </p:cNvPr>
            <p:cNvSpPr/>
            <p:nvPr/>
          </p:nvSpPr>
          <p:spPr>
            <a:xfrm>
              <a:off x="2081195" y="5743591"/>
              <a:ext cx="1857388" cy="428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Группа 286">
            <a:extLst>
              <a:ext uri="{FF2B5EF4-FFF2-40B4-BE49-F238E27FC236}">
                <a16:creationId xmlns:a16="http://schemas.microsoft.com/office/drawing/2014/main" id="{410450DF-1055-83D5-4BDE-15F4D87E11B2}"/>
              </a:ext>
            </a:extLst>
          </p:cNvPr>
          <p:cNvGrpSpPr/>
          <p:nvPr/>
        </p:nvGrpSpPr>
        <p:grpSpPr>
          <a:xfrm>
            <a:off x="9212333" y="5473813"/>
            <a:ext cx="2016005" cy="970305"/>
            <a:chOff x="4143367" y="5694113"/>
            <a:chExt cx="2016005" cy="970305"/>
          </a:xfrm>
        </p:grpSpPr>
        <p:grpSp>
          <p:nvGrpSpPr>
            <p:cNvPr id="24" name="Группа 279">
              <a:extLst>
                <a:ext uri="{FF2B5EF4-FFF2-40B4-BE49-F238E27FC236}">
                  <a16:creationId xmlns:a16="http://schemas.microsoft.com/office/drawing/2014/main" id="{501540F5-BC02-5E7B-83C9-A4ACDD625543}"/>
                </a:ext>
              </a:extLst>
            </p:cNvPr>
            <p:cNvGrpSpPr/>
            <p:nvPr/>
          </p:nvGrpSpPr>
          <p:grpSpPr>
            <a:xfrm>
              <a:off x="4143367" y="5694113"/>
              <a:ext cx="2016005" cy="970305"/>
              <a:chOff x="4214805" y="5598791"/>
              <a:chExt cx="2016005" cy="1060879"/>
            </a:xfrm>
            <a:solidFill>
              <a:srgbClr val="0070C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" name="Полилиния 84">
                <a:extLst>
                  <a:ext uri="{FF2B5EF4-FFF2-40B4-BE49-F238E27FC236}">
                    <a16:creationId xmlns:a16="http://schemas.microsoft.com/office/drawing/2014/main" id="{C68A926C-BAD8-2BE9-FA45-A993A7341FD6}"/>
                  </a:ext>
                </a:extLst>
              </p:cNvPr>
              <p:cNvSpPr/>
              <p:nvPr/>
            </p:nvSpPr>
            <p:spPr>
              <a:xfrm flipH="1">
                <a:off x="4214805" y="5598791"/>
                <a:ext cx="466725" cy="257175"/>
              </a:xfrm>
              <a:custGeom>
                <a:avLst/>
                <a:gdLst>
                  <a:gd name="connsiteX0" fmla="*/ 0 w 466725"/>
                  <a:gd name="connsiteY0" fmla="*/ 180975 h 257175"/>
                  <a:gd name="connsiteX1" fmla="*/ 466725 w 466725"/>
                  <a:gd name="connsiteY1" fmla="*/ 0 h 257175"/>
                  <a:gd name="connsiteX2" fmla="*/ 247650 w 466725"/>
                  <a:gd name="connsiteY2" fmla="*/ 257175 h 257175"/>
                  <a:gd name="connsiteX3" fmla="*/ 0 w 466725"/>
                  <a:gd name="connsiteY3" fmla="*/ 180975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725" h="257175">
                    <a:moveTo>
                      <a:pt x="0" y="180975"/>
                    </a:moveTo>
                    <a:lnTo>
                      <a:pt x="466725" y="0"/>
                    </a:lnTo>
                    <a:lnTo>
                      <a:pt x="247650" y="2571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D11DA126-EDA0-8CF4-EDD6-E497FA6A32A5}"/>
                  </a:ext>
                </a:extLst>
              </p:cNvPr>
              <p:cNvSpPr/>
              <p:nvPr/>
            </p:nvSpPr>
            <p:spPr>
              <a:xfrm>
                <a:off x="4214810" y="5715018"/>
                <a:ext cx="2016000" cy="94465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D5E72422-81C5-F71D-C5AD-11238659BA84}"/>
                </a:ext>
              </a:extLst>
            </p:cNvPr>
            <p:cNvSpPr/>
            <p:nvPr/>
          </p:nvSpPr>
          <p:spPr>
            <a:xfrm>
              <a:off x="4224335" y="6176982"/>
              <a:ext cx="1857388" cy="396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tIns="0" bIns="0" rtlCol="0" anchor="t" anchorCtr="0"/>
            <a:lstStyle/>
            <a:p>
              <a:pPr algn="ctr"/>
              <a:r>
                <a:rPr lang="en-US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D1F5D4EB-B223-C2BD-869B-7487B2C12469}"/>
                </a:ext>
              </a:extLst>
            </p:cNvPr>
            <p:cNvSpPr/>
            <p:nvPr/>
          </p:nvSpPr>
          <p:spPr>
            <a:xfrm>
              <a:off x="4224335" y="5743615"/>
              <a:ext cx="1857388" cy="428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ru-RU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≥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2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sz="22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ru-RU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Группа 291">
            <a:extLst>
              <a:ext uri="{FF2B5EF4-FFF2-40B4-BE49-F238E27FC236}">
                <a16:creationId xmlns:a16="http://schemas.microsoft.com/office/drawing/2014/main" id="{F5917E91-F15F-0BBD-9424-45CC7AD6B281}"/>
              </a:ext>
            </a:extLst>
          </p:cNvPr>
          <p:cNvGrpSpPr/>
          <p:nvPr/>
        </p:nvGrpSpPr>
        <p:grpSpPr>
          <a:xfrm>
            <a:off x="7511876" y="4251698"/>
            <a:ext cx="3017141" cy="1234994"/>
            <a:chOff x="3564354" y="2714620"/>
            <a:chExt cx="3017141" cy="1234994"/>
          </a:xfrm>
        </p:grpSpPr>
        <p:grpSp>
          <p:nvGrpSpPr>
            <p:cNvPr id="30" name="Группа 191">
              <a:extLst>
                <a:ext uri="{FF2B5EF4-FFF2-40B4-BE49-F238E27FC236}">
                  <a16:creationId xmlns:a16="http://schemas.microsoft.com/office/drawing/2014/main" id="{02E26E93-CAD4-C233-C96D-00AA4EBA87F5}"/>
                </a:ext>
              </a:extLst>
            </p:cNvPr>
            <p:cNvGrpSpPr/>
            <p:nvPr/>
          </p:nvGrpSpPr>
          <p:grpSpPr>
            <a:xfrm>
              <a:off x="3761122" y="2714620"/>
              <a:ext cx="2807000" cy="407386"/>
              <a:chOff x="1774231" y="5143512"/>
              <a:chExt cx="2807000" cy="407386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C778A9-2C51-FEE7-1B2C-CE38D93E85A2}"/>
                  </a:ext>
                </a:extLst>
              </p:cNvPr>
              <p:cNvSpPr txBox="1"/>
              <p:nvPr/>
            </p:nvSpPr>
            <p:spPr>
              <a:xfrm>
                <a:off x="4365231" y="5366232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ru-RU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Группа 172">
                <a:extLst>
                  <a:ext uri="{FF2B5EF4-FFF2-40B4-BE49-F238E27FC236}">
                    <a16:creationId xmlns:a16="http://schemas.microsoft.com/office/drawing/2014/main" id="{D23455EC-78E7-B36F-4B60-DC9218839F9D}"/>
                  </a:ext>
                </a:extLst>
              </p:cNvPr>
              <p:cNvGrpSpPr/>
              <p:nvPr/>
            </p:nvGrpSpPr>
            <p:grpSpPr>
              <a:xfrm>
                <a:off x="1774231" y="5143512"/>
                <a:ext cx="2668788" cy="338554"/>
                <a:chOff x="5072066" y="5000636"/>
                <a:chExt cx="2668788" cy="338554"/>
              </a:xfrm>
            </p:grpSpPr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01C0B77-4D20-ED75-8D8F-B0BEF3FF5E7B}"/>
                    </a:ext>
                  </a:extLst>
                </p:cNvPr>
                <p:cNvSpPr txBox="1"/>
                <p:nvPr/>
              </p:nvSpPr>
              <p:spPr>
                <a:xfrm>
                  <a:off x="507206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109933-5136-E736-2935-EADEE263BC8B}"/>
                    </a:ext>
                  </a:extLst>
                </p:cNvPr>
                <p:cNvSpPr txBox="1"/>
                <p:nvPr/>
              </p:nvSpPr>
              <p:spPr>
                <a:xfrm>
                  <a:off x="54287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3227F18-FE54-7848-F672-5E0F2080F47F}"/>
                    </a:ext>
                  </a:extLst>
                </p:cNvPr>
                <p:cNvSpPr txBox="1"/>
                <p:nvPr/>
              </p:nvSpPr>
              <p:spPr>
                <a:xfrm>
                  <a:off x="585788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i+1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E7AE265-2D50-CE23-2AFB-578DBA152BE1}"/>
                    </a:ext>
                  </a:extLst>
                </p:cNvPr>
                <p:cNvSpPr txBox="1"/>
                <p:nvPr/>
              </p:nvSpPr>
              <p:spPr>
                <a:xfrm>
                  <a:off x="624013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3A71AFA-7DAD-1A16-195F-B6624AC408DA}"/>
                    </a:ext>
                  </a:extLst>
                </p:cNvPr>
                <p:cNvSpPr txBox="1"/>
                <p:nvPr/>
              </p:nvSpPr>
              <p:spPr>
                <a:xfrm>
                  <a:off x="664370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CC94F67-D7D2-A5F8-9AD3-F561A18945BC}"/>
                    </a:ext>
                  </a:extLst>
                </p:cNvPr>
                <p:cNvSpPr txBox="1"/>
                <p:nvPr/>
              </p:nvSpPr>
              <p:spPr>
                <a:xfrm>
                  <a:off x="694868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ru-RU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447B00B-7D08-7988-EB15-DBFFCBE04E61}"/>
                    </a:ext>
                  </a:extLst>
                </p:cNvPr>
                <p:cNvSpPr txBox="1"/>
                <p:nvPr/>
              </p:nvSpPr>
              <p:spPr>
                <a:xfrm>
                  <a:off x="73058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99B0C3-17F3-C0B0-44D7-F5E8020A20AE}"/>
                </a:ext>
              </a:extLst>
            </p:cNvPr>
            <p:cNvSpPr txBox="1"/>
            <p:nvPr/>
          </p:nvSpPr>
          <p:spPr>
            <a:xfrm>
              <a:off x="3564354" y="2876132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2" name="Группа 192">
              <a:extLst>
                <a:ext uri="{FF2B5EF4-FFF2-40B4-BE49-F238E27FC236}">
                  <a16:creationId xmlns:a16="http://schemas.microsoft.com/office/drawing/2014/main" id="{068CE0B9-4C99-D023-1AF2-60B73B195D8D}"/>
                </a:ext>
              </a:extLst>
            </p:cNvPr>
            <p:cNvGrpSpPr/>
            <p:nvPr/>
          </p:nvGrpSpPr>
          <p:grpSpPr>
            <a:xfrm>
              <a:off x="3761122" y="3071810"/>
              <a:ext cx="2808686" cy="377738"/>
              <a:chOff x="1774231" y="5500702"/>
              <a:chExt cx="2808686" cy="377738"/>
            </a:xfrm>
          </p:grpSpPr>
          <p:grpSp>
            <p:nvGrpSpPr>
              <p:cNvPr id="44" name="Группа 179">
                <a:extLst>
                  <a:ext uri="{FF2B5EF4-FFF2-40B4-BE49-F238E27FC236}">
                    <a16:creationId xmlns:a16="http://schemas.microsoft.com/office/drawing/2014/main" id="{931DFFE9-4532-9FA9-3B50-2224EF43EE5A}"/>
                  </a:ext>
                </a:extLst>
              </p:cNvPr>
              <p:cNvGrpSpPr/>
              <p:nvPr/>
            </p:nvGrpSpPr>
            <p:grpSpPr>
              <a:xfrm>
                <a:off x="1774231" y="5500702"/>
                <a:ext cx="2668788" cy="338554"/>
                <a:chOff x="5072066" y="5000636"/>
                <a:chExt cx="2668788" cy="338554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49E9A8B-0509-8B93-C0A6-E9489AAEE4D2}"/>
                    </a:ext>
                  </a:extLst>
                </p:cNvPr>
                <p:cNvSpPr txBox="1"/>
                <p:nvPr/>
              </p:nvSpPr>
              <p:spPr>
                <a:xfrm>
                  <a:off x="507206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4067600-E4AC-60D3-6A6F-4FF69AF45685}"/>
                    </a:ext>
                  </a:extLst>
                </p:cNvPr>
                <p:cNvSpPr txBox="1"/>
                <p:nvPr/>
              </p:nvSpPr>
              <p:spPr>
                <a:xfrm>
                  <a:off x="54287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B66E89C-3B29-763E-E9BC-EC8F8D4DD16D}"/>
                    </a:ext>
                  </a:extLst>
                </p:cNvPr>
                <p:cNvSpPr txBox="1"/>
                <p:nvPr/>
              </p:nvSpPr>
              <p:spPr>
                <a:xfrm>
                  <a:off x="585788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i+1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FB835FE-DBCD-E46E-B343-A54DF57E2975}"/>
                    </a:ext>
                  </a:extLst>
                </p:cNvPr>
                <p:cNvSpPr txBox="1"/>
                <p:nvPr/>
              </p:nvSpPr>
              <p:spPr>
                <a:xfrm>
                  <a:off x="624013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C9290F3-0F8E-53A9-BFA8-3D1314ABE1FD}"/>
                    </a:ext>
                  </a:extLst>
                </p:cNvPr>
                <p:cNvSpPr txBox="1"/>
                <p:nvPr/>
              </p:nvSpPr>
              <p:spPr>
                <a:xfrm>
                  <a:off x="664370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B6A8995-392B-6FE8-FAD1-3EA846FEE716}"/>
                    </a:ext>
                  </a:extLst>
                </p:cNvPr>
                <p:cNvSpPr txBox="1"/>
                <p:nvPr/>
              </p:nvSpPr>
              <p:spPr>
                <a:xfrm>
                  <a:off x="694868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ru-RU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5ED8C29-3C03-7609-AD82-8231B9A60E34}"/>
                    </a:ext>
                  </a:extLst>
                </p:cNvPr>
                <p:cNvSpPr txBox="1"/>
                <p:nvPr/>
              </p:nvSpPr>
              <p:spPr>
                <a:xfrm>
                  <a:off x="73058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070B3B-66A6-C012-2207-2CE7DB85DB1A}"/>
                  </a:ext>
                </a:extLst>
              </p:cNvPr>
              <p:cNvSpPr txBox="1"/>
              <p:nvPr/>
            </p:nvSpPr>
            <p:spPr>
              <a:xfrm>
                <a:off x="4366917" y="5693774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ru-RU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" name="Группа 193">
              <a:extLst>
                <a:ext uri="{FF2B5EF4-FFF2-40B4-BE49-F238E27FC236}">
                  <a16:creationId xmlns:a16="http://schemas.microsoft.com/office/drawing/2014/main" id="{CEE10B84-3739-9F2F-A4FC-A167009CBE2B}"/>
                </a:ext>
              </a:extLst>
            </p:cNvPr>
            <p:cNvGrpSpPr/>
            <p:nvPr/>
          </p:nvGrpSpPr>
          <p:grpSpPr>
            <a:xfrm>
              <a:off x="3772809" y="3571876"/>
              <a:ext cx="2808686" cy="377738"/>
              <a:chOff x="1774231" y="5500702"/>
              <a:chExt cx="2808686" cy="377738"/>
            </a:xfrm>
          </p:grpSpPr>
          <p:grpSp>
            <p:nvGrpSpPr>
              <p:cNvPr id="35" name="Группа 194">
                <a:extLst>
                  <a:ext uri="{FF2B5EF4-FFF2-40B4-BE49-F238E27FC236}">
                    <a16:creationId xmlns:a16="http://schemas.microsoft.com/office/drawing/2014/main" id="{39244C36-A72C-D2CB-8677-DAAB592E52D2}"/>
                  </a:ext>
                </a:extLst>
              </p:cNvPr>
              <p:cNvGrpSpPr/>
              <p:nvPr/>
            </p:nvGrpSpPr>
            <p:grpSpPr>
              <a:xfrm>
                <a:off x="1774231" y="5500702"/>
                <a:ext cx="2668788" cy="338554"/>
                <a:chOff x="5072066" y="5000636"/>
                <a:chExt cx="2668788" cy="338554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56BE7E9-87DE-E557-819D-23E64B0EFA50}"/>
                    </a:ext>
                  </a:extLst>
                </p:cNvPr>
                <p:cNvSpPr txBox="1"/>
                <p:nvPr/>
              </p:nvSpPr>
              <p:spPr>
                <a:xfrm>
                  <a:off x="507206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336B01E-BA47-070F-BE76-FD5419140AC8}"/>
                    </a:ext>
                  </a:extLst>
                </p:cNvPr>
                <p:cNvSpPr txBox="1"/>
                <p:nvPr/>
              </p:nvSpPr>
              <p:spPr>
                <a:xfrm>
                  <a:off x="54287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0DB54AA-E644-AD77-DA74-F5E70EE71C95}"/>
                    </a:ext>
                  </a:extLst>
                </p:cNvPr>
                <p:cNvSpPr txBox="1"/>
                <p:nvPr/>
              </p:nvSpPr>
              <p:spPr>
                <a:xfrm>
                  <a:off x="5857884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i+1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1AE2B20-2CA2-81F1-CAAF-C72AC1EBB3DB}"/>
                    </a:ext>
                  </a:extLst>
                </p:cNvPr>
                <p:cNvSpPr txBox="1"/>
                <p:nvPr/>
              </p:nvSpPr>
              <p:spPr>
                <a:xfrm>
                  <a:off x="624032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200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9F1A95-C445-7B03-0CA6-19C121FCED68}"/>
                    </a:ext>
                  </a:extLst>
                </p:cNvPr>
                <p:cNvSpPr txBox="1"/>
                <p:nvPr/>
              </p:nvSpPr>
              <p:spPr>
                <a:xfrm>
                  <a:off x="6643702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1883F01-8781-620A-27FC-073B6E5C5F14}"/>
                    </a:ext>
                  </a:extLst>
                </p:cNvPr>
                <p:cNvSpPr txBox="1"/>
                <p:nvPr/>
              </p:nvSpPr>
              <p:spPr>
                <a:xfrm>
                  <a:off x="694868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ru-RU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4177AD3-196D-1AD8-5DCF-C185413CBB4F}"/>
                    </a:ext>
                  </a:extLst>
                </p:cNvPr>
                <p:cNvSpPr txBox="1"/>
                <p:nvPr/>
              </p:nvSpPr>
              <p:spPr>
                <a:xfrm>
                  <a:off x="7305876" y="5000636"/>
                  <a:ext cx="434978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2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CD10B6-BC0D-9961-45D3-28FE1BE6B371}"/>
                  </a:ext>
                </a:extLst>
              </p:cNvPr>
              <p:cNvSpPr txBox="1"/>
              <p:nvPr/>
            </p:nvSpPr>
            <p:spPr>
              <a:xfrm>
                <a:off x="4366917" y="5693774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ru-RU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8A358E59-B1EE-1FCD-0077-7B78FB4BCCDD}"/>
                </a:ext>
              </a:extLst>
            </p:cNvPr>
            <p:cNvCxnSpPr/>
            <p:nvPr/>
          </p:nvCxnSpPr>
          <p:spPr>
            <a:xfrm rot="10800000" flipH="1">
              <a:off x="3566040" y="3546537"/>
              <a:ext cx="2880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565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F9305C-3425-96CE-831E-F8BB28694189}"/>
              </a:ext>
            </a:extLst>
          </p:cNvPr>
          <p:cNvSpPr txBox="1"/>
          <p:nvPr/>
        </p:nvSpPr>
        <p:spPr>
          <a:xfrm>
            <a:off x="3533172" y="307257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Универсальный алгоритм вычитания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47602-8585-8261-2398-99AF7030A5C7}"/>
              </a:ext>
            </a:extLst>
          </p:cNvPr>
          <p:cNvSpPr txBox="1"/>
          <p:nvPr/>
        </p:nvSpPr>
        <p:spPr>
          <a:xfrm>
            <a:off x="408008" y="970189"/>
            <a:ext cx="105647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вычитания: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Записать числа столбиком.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Начать с крайнего правого разряда.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Сравнить верхнюю и нижнюю цифры.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верхняя цифра больше или равна нижней, выполнить обычное вычитание.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верхняя цифра меньше нижней, занять единицу из соседнего старшего разряда.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текущей цифре прибавить основание системы q: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a + q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Вычесть нижнюю цифру: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q) – b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Старший разряд уменьшить на единицу.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Продолжить вычисления справа налево.</a:t>
            </a:r>
          </a:p>
        </p:txBody>
      </p:sp>
    </p:spTree>
    <p:extLst>
      <p:ext uri="{BB962C8B-B14F-4D97-AF65-F5344CB8AC3E}">
        <p14:creationId xmlns:p14="http://schemas.microsoft.com/office/powerpoint/2010/main" val="343988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110F4A-7275-F885-0C79-EC04A70EEF5A}"/>
              </a:ext>
            </a:extLst>
          </p:cNvPr>
          <p:cNvSpPr txBox="1"/>
          <p:nvPr/>
        </p:nvSpPr>
        <p:spPr>
          <a:xfrm>
            <a:off x="3713019" y="29331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Вычитание в двоичной системе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90B4341-A230-1A5B-31F1-3AF27A8B8636}"/>
              </a:ext>
            </a:extLst>
          </p:cNvPr>
          <p:cNvGrpSpPr/>
          <p:nvPr/>
        </p:nvGrpSpPr>
        <p:grpSpPr>
          <a:xfrm>
            <a:off x="916297" y="1242803"/>
            <a:ext cx="2500330" cy="1925066"/>
            <a:chOff x="3357554" y="1071546"/>
            <a:chExt cx="2500330" cy="1925066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5D840E7-E9DA-FB06-0B45-85AD6A0337B6}"/>
                </a:ext>
              </a:extLst>
            </p:cNvPr>
            <p:cNvSpPr/>
            <p:nvPr/>
          </p:nvSpPr>
          <p:spPr>
            <a:xfrm>
              <a:off x="3357554" y="1071546"/>
              <a:ext cx="2500330" cy="19250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FFF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Group 198">
              <a:extLst>
                <a:ext uri="{FF2B5EF4-FFF2-40B4-BE49-F238E27FC236}">
                  <a16:creationId xmlns:a16="http://schemas.microsoft.com/office/drawing/2014/main" id="{3C00BF90-952A-7FC4-033A-1C345F003C5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51278576"/>
                </p:ext>
              </p:extLst>
            </p:nvPr>
          </p:nvGraphicFramePr>
          <p:xfrm>
            <a:off x="3845714" y="1710728"/>
            <a:ext cx="1524010" cy="1142605"/>
          </p:xfrm>
          <a:graphic>
            <a:graphicData uri="http://schemas.openxmlformats.org/drawingml/2006/table">
              <a:tbl>
                <a:tblPr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tblPr>
                <a:tblGrid>
                  <a:gridCol w="5080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0800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080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1272">
                  <a:tc>
                    <a:txBody>
                      <a:bodyPr/>
                      <a:lstStyle/>
                      <a:p>
                        <a:pPr algn="ctr"/>
                        <a:r>
                          <a:rPr lang="ru-RU" sz="2400" b="1" i="0" dirty="0">
                            <a:solidFill>
                              <a:schemeClr val="tx1"/>
                            </a:solidFill>
                          </a:rPr>
                          <a:t>–</a:t>
                        </a:r>
                        <a:endParaRPr lang="ru-RU" sz="2400" b="1" i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C00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272"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80061"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1" fontAlgn="b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ru-RU" sz="2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3BAF90-7A4F-37E2-E4DF-5C1FE41287CF}"/>
                </a:ext>
              </a:extLst>
            </p:cNvPr>
            <p:cNvSpPr txBox="1"/>
            <p:nvPr/>
          </p:nvSpPr>
          <p:spPr>
            <a:xfrm>
              <a:off x="3714744" y="1129176"/>
              <a:ext cx="17859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Таблица </a:t>
              </a:r>
              <a:b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вычитания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0B8DD39-B776-CE80-EE5D-B767EAD1735A}"/>
              </a:ext>
            </a:extLst>
          </p:cNvPr>
          <p:cNvSpPr txBox="1"/>
          <p:nvPr/>
        </p:nvSpPr>
        <p:spPr>
          <a:xfrm>
            <a:off x="2501870" y="212225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●</a:t>
            </a:r>
            <a:endParaRPr lang="ru-RU" sz="12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FE33C-FC86-E71A-696C-09965B59F1D4}"/>
              </a:ext>
            </a:extLst>
          </p:cNvPr>
          <p:cNvSpPr txBox="1"/>
          <p:nvPr/>
        </p:nvSpPr>
        <p:spPr>
          <a:xfrm>
            <a:off x="3773817" y="1058137"/>
            <a:ext cx="285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BD12BE-B14B-F06C-DD58-B042CF4425B4}"/>
                  </a:ext>
                </a:extLst>
              </p:cNvPr>
              <p:cNvSpPr txBox="1"/>
              <p:nvPr/>
            </p:nvSpPr>
            <p:spPr>
              <a:xfrm>
                <a:off x="6096000" y="1050988"/>
                <a:ext cx="102592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0−0=0</m:t>
                      </m:r>
                    </m:oMath>
                  </m:oMathPara>
                </a14:m>
                <a:endParaRPr lang="ru-R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1−0=1</m:t>
                      </m:r>
                    </m:oMath>
                  </m:oMathPara>
                </a14:m>
                <a:endParaRPr lang="ru-R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1−1=0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BD12BE-B14B-F06C-DD58-B042CF44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050988"/>
                <a:ext cx="1025922" cy="830997"/>
              </a:xfrm>
              <a:prstGeom prst="rect">
                <a:avLst/>
              </a:prstGeom>
              <a:blipFill>
                <a:blip r:embed="rId3"/>
                <a:stretch>
                  <a:fillRect l="-4167" r="-4167" b="-2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F2EB74-88D0-5712-CB53-7006141CAAB2}"/>
              </a:ext>
            </a:extLst>
          </p:cNvPr>
          <p:cNvSpPr txBox="1"/>
          <p:nvPr/>
        </p:nvSpPr>
        <p:spPr>
          <a:xfrm>
            <a:off x="3714751" y="2098663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возникает при: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9BD37-231D-5C20-43A9-362E9B61BAFF}"/>
                  </a:ext>
                </a:extLst>
              </p:cNvPr>
              <p:cNvSpPr txBox="1"/>
              <p:nvPr/>
            </p:nvSpPr>
            <p:spPr>
              <a:xfrm>
                <a:off x="3713019" y="2098663"/>
                <a:ext cx="6094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0−1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9BD37-231D-5C20-43A9-362E9B61B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019" y="2098663"/>
                <a:ext cx="60942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0EB7DE1-54CF-2DE0-AA44-1B1704C47E41}"/>
              </a:ext>
            </a:extLst>
          </p:cNvPr>
          <p:cNvSpPr txBox="1"/>
          <p:nvPr/>
        </p:nvSpPr>
        <p:spPr>
          <a:xfrm>
            <a:off x="3713019" y="255317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занимаем 1 из старшего разряда.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C266E2-3C78-86CA-784B-76ABCC07B147}"/>
              </a:ext>
            </a:extLst>
          </p:cNvPr>
          <p:cNvSpPr txBox="1"/>
          <p:nvPr/>
        </p:nvSpPr>
        <p:spPr>
          <a:xfrm>
            <a:off x="3713019" y="2839924"/>
            <a:ext cx="5214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после заимствования получаем: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1DC586-45A4-64FA-AC78-887AEB662A1E}"/>
                  </a:ext>
                </a:extLst>
              </p:cNvPr>
              <p:cNvSpPr txBox="1"/>
              <p:nvPr/>
            </p:nvSpPr>
            <p:spPr>
              <a:xfrm>
                <a:off x="8043909" y="2869195"/>
                <a:ext cx="1533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1DC586-45A4-64FA-AC78-887AEB662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909" y="2869195"/>
                <a:ext cx="1533881" cy="276999"/>
              </a:xfrm>
              <a:prstGeom prst="rect">
                <a:avLst/>
              </a:prstGeom>
              <a:blipFill>
                <a:blip r:embed="rId5"/>
                <a:stretch>
                  <a:fillRect l="-1195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C0771D6-4649-2498-27FF-A685F31C101E}"/>
              </a:ext>
            </a:extLst>
          </p:cNvPr>
          <p:cNvSpPr txBox="1"/>
          <p:nvPr/>
        </p:nvSpPr>
        <p:spPr>
          <a:xfrm>
            <a:off x="1010446" y="4162420"/>
            <a:ext cx="13160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 1101</a:t>
            </a:r>
          </a:p>
          <a:p>
            <a:r>
              <a:rPr lang="ru-RU" dirty="0"/>
              <a:t>- 0110</a:t>
            </a:r>
          </a:p>
          <a:p>
            <a:r>
              <a:rPr lang="ru-RU" dirty="0"/>
              <a:t>   ------</a:t>
            </a:r>
          </a:p>
          <a:p>
            <a:r>
              <a:rPr lang="ru-RU" dirty="0"/>
              <a:t>   0111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3317D9-2795-52E7-E3E1-2967733D7B99}"/>
              </a:ext>
            </a:extLst>
          </p:cNvPr>
          <p:cNvSpPr txBox="1"/>
          <p:nvPr/>
        </p:nvSpPr>
        <p:spPr>
          <a:xfrm>
            <a:off x="2479191" y="397736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A72EA9-F216-2FC2-5BA5-08AF5A2F3D19}"/>
                  </a:ext>
                </a:extLst>
              </p:cNvPr>
              <p:cNvSpPr txBox="1"/>
              <p:nvPr/>
            </p:nvSpPr>
            <p:spPr>
              <a:xfrm>
                <a:off x="3405522" y="4034959"/>
                <a:ext cx="1025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1−0=1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A72EA9-F216-2FC2-5BA5-08AF5A2F3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522" y="4034959"/>
                <a:ext cx="1025922" cy="276999"/>
              </a:xfrm>
              <a:prstGeom prst="rect">
                <a:avLst/>
              </a:prstGeom>
              <a:blipFill>
                <a:blip r:embed="rId6"/>
                <a:stretch>
                  <a:fillRect l="-4762" r="-4167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1BA1FC0-74DB-1389-0B90-5FF8383F38CE}"/>
              </a:ext>
            </a:extLst>
          </p:cNvPr>
          <p:cNvSpPr txBox="1"/>
          <p:nvPr/>
        </p:nvSpPr>
        <p:spPr>
          <a:xfrm>
            <a:off x="2472515" y="4386910"/>
            <a:ext cx="6083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разряд: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C33AF6-D80D-A5A3-869B-F6ADB93F4714}"/>
                  </a:ext>
                </a:extLst>
              </p:cNvPr>
              <p:cNvSpPr txBox="1"/>
              <p:nvPr/>
            </p:nvSpPr>
            <p:spPr>
              <a:xfrm>
                <a:off x="4606725" y="4442711"/>
                <a:ext cx="5963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0−1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C33AF6-D80D-A5A3-869B-F6ADB93F4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725" y="4442711"/>
                <a:ext cx="596317" cy="276999"/>
              </a:xfrm>
              <a:prstGeom prst="rect">
                <a:avLst/>
              </a:prstGeom>
              <a:blipFill>
                <a:blip r:embed="rId7"/>
                <a:stretch>
                  <a:fillRect l="-8163" r="-7143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24B9CD7-B4C2-32F4-859F-59AF6EA2BE71}"/>
              </a:ext>
            </a:extLst>
          </p:cNvPr>
          <p:cNvSpPr txBox="1"/>
          <p:nvPr/>
        </p:nvSpPr>
        <p:spPr>
          <a:xfrm>
            <a:off x="2501870" y="477551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старшего разряда занимаем единицу: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C99FD9F-4A07-8324-76A5-23170C9AA02A}"/>
                  </a:ext>
                </a:extLst>
              </p:cNvPr>
              <p:cNvSpPr txBox="1"/>
              <p:nvPr/>
            </p:nvSpPr>
            <p:spPr>
              <a:xfrm>
                <a:off x="6609090" y="4821677"/>
                <a:ext cx="1533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C99FD9F-4A07-8324-76A5-23170C9AA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090" y="4821677"/>
                <a:ext cx="1533881" cy="276999"/>
              </a:xfrm>
              <a:prstGeom prst="rect">
                <a:avLst/>
              </a:prstGeom>
              <a:blipFill>
                <a:blip r:embed="rId8"/>
                <a:stretch>
                  <a:fillRect l="-794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8A4C5A3-ADE6-0326-2F53-205BF1505AD5}"/>
              </a:ext>
            </a:extLst>
          </p:cNvPr>
          <p:cNvSpPr txBox="1"/>
          <p:nvPr/>
        </p:nvSpPr>
        <p:spPr>
          <a:xfrm>
            <a:off x="2501870" y="516411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разряд после заимствования уменьшается.</a:t>
            </a:r>
          </a:p>
        </p:txBody>
      </p:sp>
    </p:spTree>
    <p:extLst>
      <p:ext uri="{BB962C8B-B14F-4D97-AF65-F5344CB8AC3E}">
        <p14:creationId xmlns:p14="http://schemas.microsoft.com/office/powerpoint/2010/main" val="259568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6942EA-3BA9-5177-C5EA-F59EFF571661}"/>
              </a:ext>
            </a:extLst>
          </p:cNvPr>
          <p:cNvSpPr txBox="1"/>
          <p:nvPr/>
        </p:nvSpPr>
        <p:spPr>
          <a:xfrm>
            <a:off x="1422732" y="374666"/>
            <a:ext cx="95019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отличаются системы счисления при выполнении арифметических действий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ABF38-12E7-3581-C671-A5A344D29643}"/>
              </a:ext>
            </a:extLst>
          </p:cNvPr>
          <p:cNvSpPr txBox="1"/>
          <p:nvPr/>
        </p:nvSpPr>
        <p:spPr>
          <a:xfrm>
            <a:off x="2108534" y="1493603"/>
            <a:ext cx="8647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 алгоритм во всех системах одинаков. Меняется только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основание системы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84696C3-2DAA-D165-812C-96AA1816C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181352"/>
              </p:ext>
            </p:extLst>
          </p:nvPr>
        </p:nvGraphicFramePr>
        <p:xfrm>
          <a:off x="838200" y="2377440"/>
          <a:ext cx="10515600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316732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6623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03790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3750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Перенос возникает при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заимствовании добавляется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600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Двоичная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сумме ≥ 2 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93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Восьмеричная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сумме ≥ 8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921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Десятичная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сумме ≥ 10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78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Шестнадцатеричная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сумме ≥ 16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5708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8B7662-15B0-4C3A-9774-2918385D95B4}"/>
              </a:ext>
            </a:extLst>
          </p:cNvPr>
          <p:cNvSpPr txBox="1"/>
          <p:nvPr/>
        </p:nvSpPr>
        <p:spPr>
          <a:xfrm>
            <a:off x="838200" y="4569762"/>
            <a:ext cx="9918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ключевая идея заключается не в запоминании отдельных алгоритмов для каждой системы, а в понимании основания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51E47-3602-BB23-DE4F-15643D402290}"/>
              </a:ext>
            </a:extLst>
          </p:cNvPr>
          <p:cNvSpPr txBox="1"/>
          <p:nvPr/>
        </p:nvSpPr>
        <p:spPr>
          <a:xfrm>
            <a:off x="3251534" y="5179731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запомнить два универсальных правила: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16DC6A3-DB09-F397-F87F-D2AFFA67E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938" y="5529227"/>
            <a:ext cx="559117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7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EF273-1364-A7C3-709C-538CBCC961AC}"/>
              </a:ext>
            </a:extLst>
          </p:cNvPr>
          <p:cNvSpPr txBox="1"/>
          <p:nvPr/>
        </p:nvSpPr>
        <p:spPr>
          <a:xfrm>
            <a:off x="2349165" y="260230"/>
            <a:ext cx="87920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Сравним одинаковый принцип в разных системах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ситуацию, когда сумма двух цифр достигает основания системы.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0CCFC65-8BF9-4562-B356-49AD76CCD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186806"/>
                  </p:ext>
                </p:extLst>
              </p:nvPr>
            </p:nvGraphicFramePr>
            <p:xfrm>
              <a:off x="838200" y="1739357"/>
              <a:ext cx="10515600" cy="219456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95858314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78905929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8240729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Система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Пример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Что происходит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95929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Двоичная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1+1=</m:t>
                                </m:r>
                                <m:sSub>
                                  <m:sSubPr>
                                    <m:ctrlP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b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35036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Троичная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2+1=</m:t>
                                </m:r>
                                <m:sSub>
                                  <m:sSubPr>
                                    <m:ctrlP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b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95326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Пятеричная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4+1=</m:t>
                                </m:r>
                                <m:sSub>
                                  <m:sSubPr>
                                    <m:ctrlP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b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4149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Восьмеричная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7+1=</m:t>
                                </m:r>
                                <m:sSub>
                                  <m:sSubPr>
                                    <m:ctrlP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b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09428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Шестнадцатеричная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+1=</m:t>
                                </m:r>
                                <m:sSub>
                                  <m:sSubPr>
                                    <m:ctrlP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b>
                                    <m:r>
                                      <a:rPr lang="ru-RU" sz="1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5660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0CCFC65-8BF9-4562-B356-49AD76CCD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186806"/>
                  </p:ext>
                </p:extLst>
              </p:nvPr>
            </p:nvGraphicFramePr>
            <p:xfrm>
              <a:off x="838200" y="1739357"/>
              <a:ext cx="10515600" cy="219456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95858314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78905929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8240729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Система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Пример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Что происходит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95929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Двоичная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8333" r="-100174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35036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Троичная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04918" r="-100174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95326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Пятеричная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10000" r="-10017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4149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Восьмеричная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10000" r="-10017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0942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sz="18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Шестнадцатеричная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510000" r="-10017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записываем 0, переносим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56601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2936885-387C-089D-6C3A-CCBE2C480C9D}"/>
              </a:ext>
            </a:extLst>
          </p:cNvPr>
          <p:cNvSpPr txBox="1"/>
          <p:nvPr/>
        </p:nvSpPr>
        <p:spPr>
          <a:xfrm>
            <a:off x="1398670" y="4194829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есть запись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6F387C-4D2A-F175-E0D9-5EE19A3C1A74}"/>
                  </a:ext>
                </a:extLst>
              </p:cNvPr>
              <p:cNvSpPr txBox="1"/>
              <p:nvPr/>
            </p:nvSpPr>
            <p:spPr>
              <a:xfrm>
                <a:off x="375986" y="4194829"/>
                <a:ext cx="6093994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6F387C-4D2A-F175-E0D9-5EE19A3C1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86" y="4194829"/>
                <a:ext cx="6093994" cy="390748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1E8DAAD-8BEE-5DD4-12D7-8485334E27C1}"/>
              </a:ext>
            </a:extLst>
          </p:cNvPr>
          <p:cNvSpPr txBox="1"/>
          <p:nvPr/>
        </p:nvSpPr>
        <p:spPr>
          <a:xfrm>
            <a:off x="3804987" y="4216245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любой системе означает: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960602-3DBA-F4CC-2A27-274559A5233E}"/>
                  </a:ext>
                </a:extLst>
              </p:cNvPr>
              <p:cNvSpPr txBox="1"/>
              <p:nvPr/>
            </p:nvSpPr>
            <p:spPr>
              <a:xfrm>
                <a:off x="6635415" y="4262411"/>
                <a:ext cx="15648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960602-3DBA-F4CC-2A27-274559A52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415" y="4262411"/>
                <a:ext cx="1564852" cy="276999"/>
              </a:xfrm>
              <a:prstGeom prst="rect">
                <a:avLst/>
              </a:prstGeom>
              <a:blipFill>
                <a:blip r:embed="rId4"/>
                <a:stretch>
                  <a:fillRect l="-2724" r="-389" b="-26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8270BCB-0848-189D-0AC5-A4D330398534}"/>
              </a:ext>
            </a:extLst>
          </p:cNvPr>
          <p:cNvSpPr txBox="1"/>
          <p:nvPr/>
        </p:nvSpPr>
        <p:spPr>
          <a:xfrm>
            <a:off x="838200" y="4585576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же самое происходит при вычитании. Если необходимо занять единицу из старшего разряда, она превращается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единиц текущего разряда: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409820A-EFDD-72F7-C2E8-E90E34F58B9D}"/>
              </a:ext>
            </a:extLst>
          </p:cNvPr>
          <p:cNvSpPr/>
          <p:nvPr/>
        </p:nvSpPr>
        <p:spPr>
          <a:xfrm>
            <a:off x="2803161" y="5231907"/>
            <a:ext cx="5891134" cy="162609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Двоичная: 1 → 2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Троичная: 1 → 3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Пятеричная: 1 → 5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Восьмеричная: 1 → 8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Шестнадцатеричная: 1 → 16</a:t>
            </a:r>
          </a:p>
        </p:txBody>
      </p:sp>
    </p:spTree>
    <p:extLst>
      <p:ext uri="{BB962C8B-B14F-4D97-AF65-F5344CB8AC3E}">
        <p14:creationId xmlns:p14="http://schemas.microsoft.com/office/powerpoint/2010/main" val="1589863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5B3A6-FC8B-E864-5FAC-16F496CE1CFE}"/>
              </a:ext>
            </a:extLst>
          </p:cNvPr>
          <p:cNvSpPr txBox="1">
            <a:spLocks/>
          </p:cNvSpPr>
          <p:nvPr/>
        </p:nvSpPr>
        <p:spPr>
          <a:xfrm>
            <a:off x="1743234" y="412329"/>
            <a:ext cx="9787703" cy="1325563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lang="en-US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СЛОЖЕНИЯ ЧИСЕЛ </a:t>
            </a:r>
          </a:p>
        </p:txBody>
      </p:sp>
      <p:sp>
        <p:nvSpPr>
          <p:cNvPr id="3" name="Прямоугольная выноска 4">
            <a:extLst>
              <a:ext uri="{FF2B5EF4-FFF2-40B4-BE49-F238E27FC236}">
                <a16:creationId xmlns:a16="http://schemas.microsoft.com/office/drawing/2014/main" id="{E0D260CB-6287-7C6E-0294-362FDC03A3FA}"/>
              </a:ext>
            </a:extLst>
          </p:cNvPr>
          <p:cNvSpPr/>
          <p:nvPr/>
        </p:nvSpPr>
        <p:spPr>
          <a:xfrm>
            <a:off x="2890323" y="3127207"/>
            <a:ext cx="4716000" cy="792000"/>
          </a:xfrm>
          <a:prstGeom prst="wedgeRectCallout">
            <a:avLst>
              <a:gd name="adj1" fmla="val -60984"/>
              <a:gd name="adj2" fmla="val -28494"/>
            </a:avLst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+ 2 = 3 ≥ 3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– 3 = 0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2-м разрядом,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 3-й разряд увеличиваем на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Прямоугольная выноска 5">
            <a:extLst>
              <a:ext uri="{FF2B5EF4-FFF2-40B4-BE49-F238E27FC236}">
                <a16:creationId xmlns:a16="http://schemas.microsoft.com/office/drawing/2014/main" id="{B3ACC625-FA50-3475-0542-5B888FCA9B20}"/>
              </a:ext>
            </a:extLst>
          </p:cNvPr>
          <p:cNvSpPr/>
          <p:nvPr/>
        </p:nvSpPr>
        <p:spPr>
          <a:xfrm>
            <a:off x="2890323" y="3127207"/>
            <a:ext cx="4716000" cy="792000"/>
          </a:xfrm>
          <a:prstGeom prst="wedgeRectCallout">
            <a:avLst>
              <a:gd name="adj1" fmla="val -67738"/>
              <a:gd name="adj2" fmla="val -27637"/>
            </a:avLst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+ 1 + 2 = 4 ≥ 3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– 3 = 1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3-м разрядом,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 4-й разряд увеличиваем на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Прямоугольная выноска 6">
            <a:extLst>
              <a:ext uri="{FF2B5EF4-FFF2-40B4-BE49-F238E27FC236}">
                <a16:creationId xmlns:a16="http://schemas.microsoft.com/office/drawing/2014/main" id="{8E7D34F0-5A4C-262F-2107-30E3677C76D5}"/>
              </a:ext>
            </a:extLst>
          </p:cNvPr>
          <p:cNvSpPr/>
          <p:nvPr/>
        </p:nvSpPr>
        <p:spPr>
          <a:xfrm>
            <a:off x="2890323" y="3127207"/>
            <a:ext cx="4716000" cy="792000"/>
          </a:xfrm>
          <a:prstGeom prst="wedgeRectCallout">
            <a:avLst>
              <a:gd name="adj1" fmla="val -72105"/>
              <a:gd name="adj2" fmla="val -28048"/>
            </a:avLst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+ 1 = 2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 разрядом</a:t>
            </a:r>
          </a:p>
        </p:txBody>
      </p:sp>
      <p:sp>
        <p:nvSpPr>
          <p:cNvPr id="6" name="Прямоугольная выноска 7">
            <a:extLst>
              <a:ext uri="{FF2B5EF4-FFF2-40B4-BE49-F238E27FC236}">
                <a16:creationId xmlns:a16="http://schemas.microsoft.com/office/drawing/2014/main" id="{EAE27677-CF37-89B9-88AE-4F5C489344F9}"/>
              </a:ext>
            </a:extLst>
          </p:cNvPr>
          <p:cNvSpPr/>
          <p:nvPr/>
        </p:nvSpPr>
        <p:spPr>
          <a:xfrm>
            <a:off x="2890323" y="3127207"/>
            <a:ext cx="4716000" cy="792000"/>
          </a:xfrm>
          <a:prstGeom prst="wedgeRectCallout">
            <a:avLst>
              <a:gd name="adj1" fmla="val -56323"/>
              <a:gd name="adj2" fmla="val -29004"/>
            </a:avLst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+ 2 = 3 ≥ 3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3 - 3 = 0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1-м разрядом,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 2-й разряд увеличиваем на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61752-6E9E-8EFF-0A9C-04D1F8510C68}"/>
              </a:ext>
            </a:extLst>
          </p:cNvPr>
          <p:cNvSpPr txBox="1"/>
          <p:nvPr/>
        </p:nvSpPr>
        <p:spPr>
          <a:xfrm>
            <a:off x="4804762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474D0-7735-1BE1-A9C9-4EA1A61BA8A5}"/>
              </a:ext>
            </a:extLst>
          </p:cNvPr>
          <p:cNvSpPr txBox="1"/>
          <p:nvPr/>
        </p:nvSpPr>
        <p:spPr>
          <a:xfrm>
            <a:off x="5019076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6A3D1-A4C6-3CF7-854E-1FB88D940D65}"/>
              </a:ext>
            </a:extLst>
          </p:cNvPr>
          <p:cNvSpPr txBox="1"/>
          <p:nvPr/>
        </p:nvSpPr>
        <p:spPr>
          <a:xfrm>
            <a:off x="5233390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2A63C-5408-5D08-ED8D-102D5D1177DE}"/>
              </a:ext>
            </a:extLst>
          </p:cNvPr>
          <p:cNvSpPr txBox="1"/>
          <p:nvPr/>
        </p:nvSpPr>
        <p:spPr>
          <a:xfrm>
            <a:off x="5447704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C621F9-BCAE-723B-06A7-8893F22BE57F}"/>
              </a:ext>
            </a:extLst>
          </p:cNvPr>
          <p:cNvSpPr txBox="1"/>
          <p:nvPr/>
        </p:nvSpPr>
        <p:spPr>
          <a:xfrm>
            <a:off x="5662018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BE43C8-1015-EC5C-904C-2252D6B23FB1}"/>
              </a:ext>
            </a:extLst>
          </p:cNvPr>
          <p:cNvSpPr txBox="1"/>
          <p:nvPr/>
        </p:nvSpPr>
        <p:spPr>
          <a:xfrm>
            <a:off x="5876332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7E594-BA89-7B4A-8021-3E23C0FCEE28}"/>
              </a:ext>
            </a:extLst>
          </p:cNvPr>
          <p:cNvSpPr txBox="1"/>
          <p:nvPr/>
        </p:nvSpPr>
        <p:spPr>
          <a:xfrm>
            <a:off x="4809426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2A098-7DBA-8B41-566B-8C7831587E70}"/>
              </a:ext>
            </a:extLst>
          </p:cNvPr>
          <p:cNvSpPr txBox="1"/>
          <p:nvPr/>
        </p:nvSpPr>
        <p:spPr>
          <a:xfrm>
            <a:off x="5023740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DD012-1C21-E0FF-A960-82909E76F6BA}"/>
              </a:ext>
            </a:extLst>
          </p:cNvPr>
          <p:cNvSpPr txBox="1"/>
          <p:nvPr/>
        </p:nvSpPr>
        <p:spPr>
          <a:xfrm>
            <a:off x="5238054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F68F6E-2799-0D4A-43B3-2B8FBC5DAFCD}"/>
              </a:ext>
            </a:extLst>
          </p:cNvPr>
          <p:cNvSpPr txBox="1"/>
          <p:nvPr/>
        </p:nvSpPr>
        <p:spPr>
          <a:xfrm>
            <a:off x="5452368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6EA2A3-4583-C1E1-9AF9-AC0476FAE573}"/>
              </a:ext>
            </a:extLst>
          </p:cNvPr>
          <p:cNvSpPr txBox="1"/>
          <p:nvPr/>
        </p:nvSpPr>
        <p:spPr>
          <a:xfrm>
            <a:off x="5666682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EAA400C4-D1A3-C98F-45E6-62B4B268D96E}"/>
              </a:ext>
            </a:extLst>
          </p:cNvPr>
          <p:cNvGrpSpPr/>
          <p:nvPr/>
        </p:nvGrpSpPr>
        <p:grpSpPr>
          <a:xfrm>
            <a:off x="4571194" y="2201512"/>
            <a:ext cx="1668678" cy="770581"/>
            <a:chOff x="761868" y="4857757"/>
            <a:chExt cx="1668678" cy="770581"/>
          </a:xfrm>
        </p:grpSpPr>
        <p:grpSp>
          <p:nvGrpSpPr>
            <p:cNvPr id="19" name="Группа 146">
              <a:extLst>
                <a:ext uri="{FF2B5EF4-FFF2-40B4-BE49-F238E27FC236}">
                  <a16:creationId xmlns:a16="http://schemas.microsoft.com/office/drawing/2014/main" id="{81344CC3-AA89-3393-53C5-C33ED79DB1BA}"/>
                </a:ext>
              </a:extLst>
            </p:cNvPr>
            <p:cNvGrpSpPr/>
            <p:nvPr/>
          </p:nvGrpSpPr>
          <p:grpSpPr>
            <a:xfrm>
              <a:off x="761868" y="4857757"/>
              <a:ext cx="1584000" cy="770581"/>
              <a:chOff x="552218" y="4929195"/>
              <a:chExt cx="1584000" cy="770581"/>
            </a:xfrm>
          </p:grpSpPr>
          <p:grpSp>
            <p:nvGrpSpPr>
              <p:cNvPr id="22" name="Группа 149">
                <a:extLst>
                  <a:ext uri="{FF2B5EF4-FFF2-40B4-BE49-F238E27FC236}">
                    <a16:creationId xmlns:a16="http://schemas.microsoft.com/office/drawing/2014/main" id="{AA1A61F2-8273-B1D1-D90E-04D3D208108A}"/>
                  </a:ext>
                </a:extLst>
              </p:cNvPr>
              <p:cNvGrpSpPr/>
              <p:nvPr/>
            </p:nvGrpSpPr>
            <p:grpSpPr>
              <a:xfrm>
                <a:off x="785786" y="4929195"/>
                <a:ext cx="1287570" cy="338559"/>
                <a:chOff x="785786" y="4857757"/>
                <a:chExt cx="1287570" cy="429104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312349A-6EB6-F235-D5F9-CC71ECD9DC9E}"/>
                    </a:ext>
                  </a:extLst>
                </p:cNvPr>
                <p:cNvSpPr txBox="1"/>
                <p:nvPr/>
              </p:nvSpPr>
              <p:spPr>
                <a:xfrm>
                  <a:off x="785786" y="4857757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C538DC2-26F9-A907-E9BA-3970113DF30E}"/>
                    </a:ext>
                  </a:extLst>
                </p:cNvPr>
                <p:cNvSpPr txBox="1"/>
                <p:nvPr/>
              </p:nvSpPr>
              <p:spPr>
                <a:xfrm>
                  <a:off x="1000100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72A9547-346B-DE7C-E98F-71F87F3997F3}"/>
                    </a:ext>
                  </a:extLst>
                </p:cNvPr>
                <p:cNvSpPr txBox="1"/>
                <p:nvPr/>
              </p:nvSpPr>
              <p:spPr>
                <a:xfrm>
                  <a:off x="1214414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CB10792-FE89-60B7-D16A-26F9CA6C766B}"/>
                    </a:ext>
                  </a:extLst>
                </p:cNvPr>
                <p:cNvSpPr txBox="1"/>
                <p:nvPr/>
              </p:nvSpPr>
              <p:spPr>
                <a:xfrm>
                  <a:off x="1428728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B2CE706-FDE7-9067-8E61-ABD130808FEA}"/>
                    </a:ext>
                  </a:extLst>
                </p:cNvPr>
                <p:cNvSpPr txBox="1"/>
                <p:nvPr/>
              </p:nvSpPr>
              <p:spPr>
                <a:xfrm>
                  <a:off x="1643042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203E496-CB0D-2E4D-9622-44E98BCA9551}"/>
                    </a:ext>
                  </a:extLst>
                </p:cNvPr>
                <p:cNvSpPr txBox="1"/>
                <p:nvPr/>
              </p:nvSpPr>
              <p:spPr>
                <a:xfrm>
                  <a:off x="1857356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" name="Группа 150">
                <a:extLst>
                  <a:ext uri="{FF2B5EF4-FFF2-40B4-BE49-F238E27FC236}">
                    <a16:creationId xmlns:a16="http://schemas.microsoft.com/office/drawing/2014/main" id="{8E8C2624-FC67-C994-E456-ABCCC3C63228}"/>
                  </a:ext>
                </a:extLst>
              </p:cNvPr>
              <p:cNvGrpSpPr/>
              <p:nvPr/>
            </p:nvGrpSpPr>
            <p:grpSpPr>
              <a:xfrm>
                <a:off x="785786" y="5286388"/>
                <a:ext cx="1287570" cy="338559"/>
                <a:chOff x="785786" y="4948297"/>
                <a:chExt cx="1287570" cy="429103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FFF49FE-B5E3-0A3E-2941-5087826EE95A}"/>
                    </a:ext>
                  </a:extLst>
                </p:cNvPr>
                <p:cNvSpPr txBox="1"/>
                <p:nvPr/>
              </p:nvSpPr>
              <p:spPr>
                <a:xfrm>
                  <a:off x="785786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EBBBB2E-C9FE-13F3-7A1E-1482D5CAFF23}"/>
                    </a:ext>
                  </a:extLst>
                </p:cNvPr>
                <p:cNvSpPr txBox="1"/>
                <p:nvPr/>
              </p:nvSpPr>
              <p:spPr>
                <a:xfrm>
                  <a:off x="1000100" y="4948303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E0C9FA0-1EB7-E12C-DFC7-9DC3FB5EBE3F}"/>
                    </a:ext>
                  </a:extLst>
                </p:cNvPr>
                <p:cNvSpPr txBox="1"/>
                <p:nvPr/>
              </p:nvSpPr>
              <p:spPr>
                <a:xfrm>
                  <a:off x="1214414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B3C45C-4E68-C4E0-E75D-B9ECA951F18E}"/>
                    </a:ext>
                  </a:extLst>
                </p:cNvPr>
                <p:cNvSpPr txBox="1"/>
                <p:nvPr/>
              </p:nvSpPr>
              <p:spPr>
                <a:xfrm>
                  <a:off x="1428728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8164CE0-7BA6-6238-3698-1C20A70D66CD}"/>
                    </a:ext>
                  </a:extLst>
                </p:cNvPr>
                <p:cNvSpPr txBox="1"/>
                <p:nvPr/>
              </p:nvSpPr>
              <p:spPr>
                <a:xfrm>
                  <a:off x="1643042" y="4948297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F3DE68-A1F5-E782-EFC3-E25F698936AF}"/>
                    </a:ext>
                  </a:extLst>
                </p:cNvPr>
                <p:cNvSpPr txBox="1"/>
                <p:nvPr/>
              </p:nvSpPr>
              <p:spPr>
                <a:xfrm>
                  <a:off x="1857356" y="4948298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C64269-D911-0C3A-A8EE-D413E0435901}"/>
                  </a:ext>
                </a:extLst>
              </p:cNvPr>
              <p:cNvSpPr txBox="1"/>
              <p:nvPr/>
            </p:nvSpPr>
            <p:spPr>
              <a:xfrm>
                <a:off x="569786" y="5090710"/>
                <a:ext cx="2160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CA4A11D1-EDB5-6B89-F5A5-E7D307A7B9B5}"/>
                  </a:ext>
                </a:extLst>
              </p:cNvPr>
              <p:cNvCxnSpPr/>
              <p:nvPr/>
            </p:nvCxnSpPr>
            <p:spPr>
              <a:xfrm rot="10800000" flipH="1">
                <a:off x="552218" y="5698188"/>
                <a:ext cx="1584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7C8E1A-F62C-6B66-E775-D6EE3C1D7994}"/>
                </a:ext>
              </a:extLst>
            </p:cNvPr>
            <p:cNvSpPr txBox="1"/>
            <p:nvPr/>
          </p:nvSpPr>
          <p:spPr>
            <a:xfrm>
              <a:off x="2214546" y="500063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3DF34E-6F42-068E-9C72-5545D982A7B2}"/>
                </a:ext>
              </a:extLst>
            </p:cNvPr>
            <p:cNvSpPr txBox="1"/>
            <p:nvPr/>
          </p:nvSpPr>
          <p:spPr>
            <a:xfrm>
              <a:off x="2214546" y="540354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B163F39-2EFD-4802-F98F-441F07FA604D}"/>
              </a:ext>
            </a:extLst>
          </p:cNvPr>
          <p:cNvSpPr txBox="1"/>
          <p:nvPr/>
        </p:nvSpPr>
        <p:spPr>
          <a:xfrm>
            <a:off x="6023872" y="3145448"/>
            <a:ext cx="216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Содержимое 40">
            <a:extLst>
              <a:ext uri="{FF2B5EF4-FFF2-40B4-BE49-F238E27FC236}">
                <a16:creationId xmlns:a16="http://schemas.microsoft.com/office/drawing/2014/main" id="{DB93911C-D558-FB5A-301A-19A7C25EC26A}"/>
              </a:ext>
            </a:extLst>
          </p:cNvPr>
          <p:cNvSpPr txBox="1">
            <a:spLocks/>
          </p:cNvSpPr>
          <p:nvPr/>
        </p:nvSpPr>
        <p:spPr>
          <a:xfrm>
            <a:off x="4109433" y="2168176"/>
            <a:ext cx="928693" cy="35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20000"/>
              </a:spcBef>
              <a:defRPr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44DD5C-D6A1-464B-F8EC-9024C6911431}"/>
              </a:ext>
            </a:extLst>
          </p:cNvPr>
          <p:cNvSpPr txBox="1"/>
          <p:nvPr/>
        </p:nvSpPr>
        <p:spPr>
          <a:xfrm>
            <a:off x="8559529" y="297263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29FF3D-E199-B7ED-1908-E5C038358D1A}"/>
              </a:ext>
            </a:extLst>
          </p:cNvPr>
          <p:cNvSpPr txBox="1"/>
          <p:nvPr/>
        </p:nvSpPr>
        <p:spPr>
          <a:xfrm>
            <a:off x="8773843" y="297263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CDFC3A-1A71-47DB-41F8-78CC8C75A453}"/>
              </a:ext>
            </a:extLst>
          </p:cNvPr>
          <p:cNvSpPr txBox="1"/>
          <p:nvPr/>
        </p:nvSpPr>
        <p:spPr>
          <a:xfrm>
            <a:off x="8988157" y="297263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701033-5989-3C40-4AC0-2027B0E619EC}"/>
              </a:ext>
            </a:extLst>
          </p:cNvPr>
          <p:cNvSpPr txBox="1"/>
          <p:nvPr/>
        </p:nvSpPr>
        <p:spPr>
          <a:xfrm>
            <a:off x="9202471" y="297263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44D4FC-5F61-02F4-37DD-0E4C31796BE2}"/>
              </a:ext>
            </a:extLst>
          </p:cNvPr>
          <p:cNvSpPr txBox="1"/>
          <p:nvPr/>
        </p:nvSpPr>
        <p:spPr>
          <a:xfrm>
            <a:off x="9416785" y="297263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99E8EB-D53D-E76D-3AFD-7D9205D005C2}"/>
              </a:ext>
            </a:extLst>
          </p:cNvPr>
          <p:cNvSpPr txBox="1"/>
          <p:nvPr/>
        </p:nvSpPr>
        <p:spPr>
          <a:xfrm>
            <a:off x="8349879" y="201578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237002-8036-5C74-BE83-1AAB5BD2F3E8}"/>
              </a:ext>
            </a:extLst>
          </p:cNvPr>
          <p:cNvSpPr txBox="1"/>
          <p:nvPr/>
        </p:nvSpPr>
        <p:spPr>
          <a:xfrm>
            <a:off x="8564193" y="201578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88B4F6-664E-0D65-B264-17C4C861A4AB}"/>
              </a:ext>
            </a:extLst>
          </p:cNvPr>
          <p:cNvSpPr txBox="1"/>
          <p:nvPr/>
        </p:nvSpPr>
        <p:spPr>
          <a:xfrm>
            <a:off x="8778507" y="201578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71DF8D-1768-67E9-1234-E5F7DEEC1D71}"/>
              </a:ext>
            </a:extLst>
          </p:cNvPr>
          <p:cNvSpPr txBox="1"/>
          <p:nvPr/>
        </p:nvSpPr>
        <p:spPr>
          <a:xfrm>
            <a:off x="8992821" y="201578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B1BFA60-BA8D-6535-7A3E-4A58B719E76A}"/>
              </a:ext>
            </a:extLst>
          </p:cNvPr>
          <p:cNvGrpSpPr/>
          <p:nvPr/>
        </p:nvGrpSpPr>
        <p:grpSpPr>
          <a:xfrm>
            <a:off x="8243858" y="2168176"/>
            <a:ext cx="1571636" cy="770581"/>
            <a:chOff x="894079" y="4857757"/>
            <a:chExt cx="1571636" cy="770581"/>
          </a:xfrm>
        </p:grpSpPr>
        <p:grpSp>
          <p:nvGrpSpPr>
            <p:cNvPr id="50" name="Группа 214">
              <a:extLst>
                <a:ext uri="{FF2B5EF4-FFF2-40B4-BE49-F238E27FC236}">
                  <a16:creationId xmlns:a16="http://schemas.microsoft.com/office/drawing/2014/main" id="{B888441A-A9ED-DAAF-4253-4415F6BC3F1D}"/>
                </a:ext>
              </a:extLst>
            </p:cNvPr>
            <p:cNvGrpSpPr/>
            <p:nvPr/>
          </p:nvGrpSpPr>
          <p:grpSpPr>
            <a:xfrm>
              <a:off x="894079" y="4857757"/>
              <a:ext cx="1451789" cy="770581"/>
              <a:chOff x="684429" y="4929195"/>
              <a:chExt cx="1451789" cy="770581"/>
            </a:xfrm>
          </p:grpSpPr>
          <p:grpSp>
            <p:nvGrpSpPr>
              <p:cNvPr id="53" name="Группа 217">
                <a:extLst>
                  <a:ext uri="{FF2B5EF4-FFF2-40B4-BE49-F238E27FC236}">
                    <a16:creationId xmlns:a16="http://schemas.microsoft.com/office/drawing/2014/main" id="{ACDAEE2E-BD02-0B48-0AE6-BD4801FA213C}"/>
                  </a:ext>
                </a:extLst>
              </p:cNvPr>
              <p:cNvGrpSpPr/>
              <p:nvPr/>
            </p:nvGrpSpPr>
            <p:grpSpPr>
              <a:xfrm>
                <a:off x="785786" y="4929195"/>
                <a:ext cx="1287570" cy="338559"/>
                <a:chOff x="785786" y="4857757"/>
                <a:chExt cx="1287570" cy="429104"/>
              </a:xfrm>
            </p:grpSpPr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28CF0E7-8BDF-E1F4-5D06-0A793B77D143}"/>
                    </a:ext>
                  </a:extLst>
                </p:cNvPr>
                <p:cNvSpPr txBox="1"/>
                <p:nvPr/>
              </p:nvSpPr>
              <p:spPr>
                <a:xfrm>
                  <a:off x="785786" y="4857757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FAA53FD-6873-71B9-11E1-73A26D30C7DF}"/>
                    </a:ext>
                  </a:extLst>
                </p:cNvPr>
                <p:cNvSpPr txBox="1"/>
                <p:nvPr/>
              </p:nvSpPr>
              <p:spPr>
                <a:xfrm>
                  <a:off x="1000100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BC6862A-4E80-FFE9-B017-508E842DA4F7}"/>
                    </a:ext>
                  </a:extLst>
                </p:cNvPr>
                <p:cNvSpPr txBox="1"/>
                <p:nvPr/>
              </p:nvSpPr>
              <p:spPr>
                <a:xfrm>
                  <a:off x="1214414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0D8AAF4-137B-A13C-70C5-1F5C7A5819FB}"/>
                    </a:ext>
                  </a:extLst>
                </p:cNvPr>
                <p:cNvSpPr txBox="1"/>
                <p:nvPr/>
              </p:nvSpPr>
              <p:spPr>
                <a:xfrm>
                  <a:off x="1428728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7711DA8-3476-8598-E084-0E198E9F2798}"/>
                    </a:ext>
                  </a:extLst>
                </p:cNvPr>
                <p:cNvSpPr txBox="1"/>
                <p:nvPr/>
              </p:nvSpPr>
              <p:spPr>
                <a:xfrm>
                  <a:off x="1643042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161C00C-1EBA-8AFC-9B8A-6B5A03BD4C6B}"/>
                    </a:ext>
                  </a:extLst>
                </p:cNvPr>
                <p:cNvSpPr txBox="1"/>
                <p:nvPr/>
              </p:nvSpPr>
              <p:spPr>
                <a:xfrm>
                  <a:off x="1857356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4" name="Группа 218">
                <a:extLst>
                  <a:ext uri="{FF2B5EF4-FFF2-40B4-BE49-F238E27FC236}">
                    <a16:creationId xmlns:a16="http://schemas.microsoft.com/office/drawing/2014/main" id="{C50C736E-AAD8-B2B6-129D-3A4B640AB7DB}"/>
                  </a:ext>
                </a:extLst>
              </p:cNvPr>
              <p:cNvGrpSpPr/>
              <p:nvPr/>
            </p:nvGrpSpPr>
            <p:grpSpPr>
              <a:xfrm>
                <a:off x="785786" y="5286383"/>
                <a:ext cx="1287570" cy="338565"/>
                <a:chOff x="785786" y="4948297"/>
                <a:chExt cx="1287570" cy="429111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BC3A877-6D6A-A5F4-AC15-CA6A9E353D67}"/>
                    </a:ext>
                  </a:extLst>
                </p:cNvPr>
                <p:cNvSpPr txBox="1"/>
                <p:nvPr/>
              </p:nvSpPr>
              <p:spPr>
                <a:xfrm>
                  <a:off x="785786" y="4948305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2F6D3A0-806C-D068-E5CC-D5493D260E71}"/>
                    </a:ext>
                  </a:extLst>
                </p:cNvPr>
                <p:cNvSpPr txBox="1"/>
                <p:nvPr/>
              </p:nvSpPr>
              <p:spPr>
                <a:xfrm>
                  <a:off x="1000100" y="4948310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2DDB148-DCA8-2CAC-6BD1-434254D5E7C5}"/>
                    </a:ext>
                  </a:extLst>
                </p:cNvPr>
                <p:cNvSpPr txBox="1"/>
                <p:nvPr/>
              </p:nvSpPr>
              <p:spPr>
                <a:xfrm>
                  <a:off x="1214414" y="4948306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AB0A429-B231-A627-30C8-11656768894F}"/>
                    </a:ext>
                  </a:extLst>
                </p:cNvPr>
                <p:cNvSpPr txBox="1"/>
                <p:nvPr/>
              </p:nvSpPr>
              <p:spPr>
                <a:xfrm>
                  <a:off x="1428728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80297A1-EB36-BD23-8E0B-3A9616AE37E8}"/>
                    </a:ext>
                  </a:extLst>
                </p:cNvPr>
                <p:cNvSpPr txBox="1"/>
                <p:nvPr/>
              </p:nvSpPr>
              <p:spPr>
                <a:xfrm>
                  <a:off x="1643042" y="4948297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6F98DEF-935D-6D60-A669-E7E37F6E9595}"/>
                    </a:ext>
                  </a:extLst>
                </p:cNvPr>
                <p:cNvSpPr txBox="1"/>
                <p:nvPr/>
              </p:nvSpPr>
              <p:spPr>
                <a:xfrm>
                  <a:off x="1857356" y="4948298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7034163-4132-99BA-B9A4-070D7F377E59}"/>
                  </a:ext>
                </a:extLst>
              </p:cNvPr>
              <p:cNvSpPr txBox="1"/>
              <p:nvPr/>
            </p:nvSpPr>
            <p:spPr>
              <a:xfrm>
                <a:off x="684429" y="5090710"/>
                <a:ext cx="2160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6" name="Прямая соединительная линия 55">
                <a:extLst>
                  <a:ext uri="{FF2B5EF4-FFF2-40B4-BE49-F238E27FC236}">
                    <a16:creationId xmlns:a16="http://schemas.microsoft.com/office/drawing/2014/main" id="{AC471EB6-2924-2198-B93B-1C0F99D6F20D}"/>
                  </a:ext>
                </a:extLst>
              </p:cNvPr>
              <p:cNvCxnSpPr/>
              <p:nvPr/>
            </p:nvCxnSpPr>
            <p:spPr>
              <a:xfrm rot="10800000" flipH="1">
                <a:off x="696218" y="5698188"/>
                <a:ext cx="1440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39FC1A-720E-9193-CD5D-A8164769A9D8}"/>
                </a:ext>
              </a:extLst>
            </p:cNvPr>
            <p:cNvSpPr txBox="1"/>
            <p:nvPr/>
          </p:nvSpPr>
          <p:spPr>
            <a:xfrm>
              <a:off x="2249715" y="500063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822B394-39A8-2D4F-C1D5-265C8C526757}"/>
                </a:ext>
              </a:extLst>
            </p:cNvPr>
            <p:cNvSpPr txBox="1"/>
            <p:nvPr/>
          </p:nvSpPr>
          <p:spPr>
            <a:xfrm>
              <a:off x="2249715" y="540354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2239348-6B7B-2ADE-C24B-D27944FE8331}"/>
              </a:ext>
            </a:extLst>
          </p:cNvPr>
          <p:cNvSpPr txBox="1"/>
          <p:nvPr/>
        </p:nvSpPr>
        <p:spPr>
          <a:xfrm>
            <a:off x="9587771" y="3112112"/>
            <a:ext cx="216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Содержимое 40">
            <a:extLst>
              <a:ext uri="{FF2B5EF4-FFF2-40B4-BE49-F238E27FC236}">
                <a16:creationId xmlns:a16="http://schemas.microsoft.com/office/drawing/2014/main" id="{7B35ABC4-A563-9E80-4BFF-9036C2D840D3}"/>
              </a:ext>
            </a:extLst>
          </p:cNvPr>
          <p:cNvSpPr txBox="1">
            <a:spLocks/>
          </p:cNvSpPr>
          <p:nvPr/>
        </p:nvSpPr>
        <p:spPr>
          <a:xfrm>
            <a:off x="7721324" y="2134840"/>
            <a:ext cx="928693" cy="35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20000"/>
              </a:spcBef>
              <a:defRPr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E1306A-904D-58C6-BFAC-AACD4A02BA11}"/>
              </a:ext>
            </a:extLst>
          </p:cNvPr>
          <p:cNvSpPr txBox="1"/>
          <p:nvPr/>
        </p:nvSpPr>
        <p:spPr>
          <a:xfrm>
            <a:off x="2674323" y="3145448"/>
            <a:ext cx="216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2" name="Содержимое 40">
            <a:extLst>
              <a:ext uri="{FF2B5EF4-FFF2-40B4-BE49-F238E27FC236}">
                <a16:creationId xmlns:a16="http://schemas.microsoft.com/office/drawing/2014/main" id="{D2BDC8A3-394E-7D6E-9547-5E81F64AA9BE}"/>
              </a:ext>
            </a:extLst>
          </p:cNvPr>
          <p:cNvSpPr txBox="1">
            <a:spLocks/>
          </p:cNvSpPr>
          <p:nvPr/>
        </p:nvSpPr>
        <p:spPr>
          <a:xfrm>
            <a:off x="759884" y="2168176"/>
            <a:ext cx="928693" cy="35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20000"/>
              </a:spcBef>
              <a:defRPr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2A982D-3771-ABF7-0770-A6CF00F1C6F0}"/>
              </a:ext>
            </a:extLst>
          </p:cNvPr>
          <p:cNvSpPr txBox="1"/>
          <p:nvPr/>
        </p:nvSpPr>
        <p:spPr>
          <a:xfrm>
            <a:off x="1455213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C944D0-7B90-C89F-9A16-034D9B89DCA7}"/>
              </a:ext>
            </a:extLst>
          </p:cNvPr>
          <p:cNvSpPr txBox="1"/>
          <p:nvPr/>
        </p:nvSpPr>
        <p:spPr>
          <a:xfrm>
            <a:off x="1669527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8BC6E3-D947-420B-87BE-89C042C3A93F}"/>
              </a:ext>
            </a:extLst>
          </p:cNvPr>
          <p:cNvSpPr txBox="1"/>
          <p:nvPr/>
        </p:nvSpPr>
        <p:spPr>
          <a:xfrm>
            <a:off x="1883841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26F34F-80F3-3A59-C35D-ECB72EC2EA1F}"/>
              </a:ext>
            </a:extLst>
          </p:cNvPr>
          <p:cNvSpPr txBox="1"/>
          <p:nvPr/>
        </p:nvSpPr>
        <p:spPr>
          <a:xfrm>
            <a:off x="2098155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A31E0C-1F2E-7FFA-1E1D-9C67E164B27B}"/>
              </a:ext>
            </a:extLst>
          </p:cNvPr>
          <p:cNvSpPr txBox="1"/>
          <p:nvPr/>
        </p:nvSpPr>
        <p:spPr>
          <a:xfrm>
            <a:off x="2312469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960AC4-7BD3-59D4-2E5C-FFDCDF1FB84C}"/>
              </a:ext>
            </a:extLst>
          </p:cNvPr>
          <p:cNvSpPr txBox="1"/>
          <p:nvPr/>
        </p:nvSpPr>
        <p:spPr>
          <a:xfrm>
            <a:off x="2526783" y="3005968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4CF7BB-A69A-0791-3023-62C41A6BD4FC}"/>
              </a:ext>
            </a:extLst>
          </p:cNvPr>
          <p:cNvSpPr txBox="1"/>
          <p:nvPr/>
        </p:nvSpPr>
        <p:spPr>
          <a:xfrm>
            <a:off x="1459877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7EF867-2A0E-C3BA-026C-9AB0FAB3ED77}"/>
              </a:ext>
            </a:extLst>
          </p:cNvPr>
          <p:cNvSpPr txBox="1"/>
          <p:nvPr/>
        </p:nvSpPr>
        <p:spPr>
          <a:xfrm>
            <a:off x="1674191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ED04C8-D0F8-1FC5-D3F7-0EC3A08FC3B0}"/>
              </a:ext>
            </a:extLst>
          </p:cNvPr>
          <p:cNvSpPr txBox="1"/>
          <p:nvPr/>
        </p:nvSpPr>
        <p:spPr>
          <a:xfrm>
            <a:off x="1888505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E4B931-173D-ED5B-26DD-33147E16E002}"/>
              </a:ext>
            </a:extLst>
          </p:cNvPr>
          <p:cNvSpPr txBox="1"/>
          <p:nvPr/>
        </p:nvSpPr>
        <p:spPr>
          <a:xfrm>
            <a:off x="2102819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154DA7-21F3-02F7-2DBB-D44F6690329E}"/>
              </a:ext>
            </a:extLst>
          </p:cNvPr>
          <p:cNvSpPr txBox="1"/>
          <p:nvPr/>
        </p:nvSpPr>
        <p:spPr>
          <a:xfrm>
            <a:off x="2317133" y="2049119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D9E20171-EE12-53B9-F430-C3FBB9F7873C}"/>
              </a:ext>
            </a:extLst>
          </p:cNvPr>
          <p:cNvGrpSpPr/>
          <p:nvPr/>
        </p:nvGrpSpPr>
        <p:grpSpPr>
          <a:xfrm>
            <a:off x="1221645" y="2201512"/>
            <a:ext cx="1668678" cy="770581"/>
            <a:chOff x="761868" y="4857757"/>
            <a:chExt cx="1668678" cy="770581"/>
          </a:xfrm>
        </p:grpSpPr>
        <p:grpSp>
          <p:nvGrpSpPr>
            <p:cNvPr id="85" name="Группа 78">
              <a:extLst>
                <a:ext uri="{FF2B5EF4-FFF2-40B4-BE49-F238E27FC236}">
                  <a16:creationId xmlns:a16="http://schemas.microsoft.com/office/drawing/2014/main" id="{98D25FFC-6EA5-F7EA-C1EA-346D6FC4EB18}"/>
                </a:ext>
              </a:extLst>
            </p:cNvPr>
            <p:cNvGrpSpPr/>
            <p:nvPr/>
          </p:nvGrpSpPr>
          <p:grpSpPr>
            <a:xfrm>
              <a:off x="761868" y="4857757"/>
              <a:ext cx="1584000" cy="770581"/>
              <a:chOff x="552218" y="4929195"/>
              <a:chExt cx="1584000" cy="770581"/>
            </a:xfrm>
          </p:grpSpPr>
          <p:grpSp>
            <p:nvGrpSpPr>
              <p:cNvPr id="88" name="Группа 81">
                <a:extLst>
                  <a:ext uri="{FF2B5EF4-FFF2-40B4-BE49-F238E27FC236}">
                    <a16:creationId xmlns:a16="http://schemas.microsoft.com/office/drawing/2014/main" id="{87A67D4B-3592-6BDD-1A0C-9CCDE4FF944B}"/>
                  </a:ext>
                </a:extLst>
              </p:cNvPr>
              <p:cNvGrpSpPr/>
              <p:nvPr/>
            </p:nvGrpSpPr>
            <p:grpSpPr>
              <a:xfrm>
                <a:off x="785786" y="4929195"/>
                <a:ext cx="1287570" cy="338559"/>
                <a:chOff x="785786" y="4857757"/>
                <a:chExt cx="1287570" cy="429104"/>
              </a:xfrm>
            </p:grpSpPr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D20BCF5-B7A4-C4FD-BDA5-B0C85E6CB5A6}"/>
                    </a:ext>
                  </a:extLst>
                </p:cNvPr>
                <p:cNvSpPr txBox="1"/>
                <p:nvPr/>
              </p:nvSpPr>
              <p:spPr>
                <a:xfrm>
                  <a:off x="785786" y="4857757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7481CA4A-9321-16A0-F4D8-A38278051442}"/>
                    </a:ext>
                  </a:extLst>
                </p:cNvPr>
                <p:cNvSpPr txBox="1"/>
                <p:nvPr/>
              </p:nvSpPr>
              <p:spPr>
                <a:xfrm>
                  <a:off x="1000100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3138576-8F53-32AE-2577-A993ACC43220}"/>
                    </a:ext>
                  </a:extLst>
                </p:cNvPr>
                <p:cNvSpPr txBox="1"/>
                <p:nvPr/>
              </p:nvSpPr>
              <p:spPr>
                <a:xfrm>
                  <a:off x="1214414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960C38C-32B5-1071-F614-4BA872612FC3}"/>
                    </a:ext>
                  </a:extLst>
                </p:cNvPr>
                <p:cNvSpPr txBox="1"/>
                <p:nvPr/>
              </p:nvSpPr>
              <p:spPr>
                <a:xfrm>
                  <a:off x="1428728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653D023-BA76-6D48-E347-018CA99650E9}"/>
                    </a:ext>
                  </a:extLst>
                </p:cNvPr>
                <p:cNvSpPr txBox="1"/>
                <p:nvPr/>
              </p:nvSpPr>
              <p:spPr>
                <a:xfrm>
                  <a:off x="1643042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C4D7772-2D28-087F-560E-7EAF4A81B65A}"/>
                    </a:ext>
                  </a:extLst>
                </p:cNvPr>
                <p:cNvSpPr txBox="1"/>
                <p:nvPr/>
              </p:nvSpPr>
              <p:spPr>
                <a:xfrm>
                  <a:off x="1857356" y="4857763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9" name="Группа 82">
                <a:extLst>
                  <a:ext uri="{FF2B5EF4-FFF2-40B4-BE49-F238E27FC236}">
                    <a16:creationId xmlns:a16="http://schemas.microsoft.com/office/drawing/2014/main" id="{47E5731C-E5EC-848C-00D2-F42C0ACAE9EB}"/>
                  </a:ext>
                </a:extLst>
              </p:cNvPr>
              <p:cNvGrpSpPr/>
              <p:nvPr/>
            </p:nvGrpSpPr>
            <p:grpSpPr>
              <a:xfrm>
                <a:off x="785786" y="5286389"/>
                <a:ext cx="1287570" cy="338559"/>
                <a:chOff x="785786" y="4948297"/>
                <a:chExt cx="1287570" cy="429103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BC40D43-9E68-AF54-8571-55251E31CE58}"/>
                    </a:ext>
                  </a:extLst>
                </p:cNvPr>
                <p:cNvSpPr txBox="1"/>
                <p:nvPr/>
              </p:nvSpPr>
              <p:spPr>
                <a:xfrm>
                  <a:off x="785786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B206F5A8-6ADE-7C00-ABC4-7007DBA2D75C}"/>
                    </a:ext>
                  </a:extLst>
                </p:cNvPr>
                <p:cNvSpPr txBox="1"/>
                <p:nvPr/>
              </p:nvSpPr>
              <p:spPr>
                <a:xfrm>
                  <a:off x="1000100" y="4948303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883FEA4-58FD-51E9-7657-E6DA09C91A86}"/>
                    </a:ext>
                  </a:extLst>
                </p:cNvPr>
                <p:cNvSpPr txBox="1"/>
                <p:nvPr/>
              </p:nvSpPr>
              <p:spPr>
                <a:xfrm>
                  <a:off x="1214414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1C0A1B2-F24A-D72E-4E91-AC3300747604}"/>
                    </a:ext>
                  </a:extLst>
                </p:cNvPr>
                <p:cNvSpPr txBox="1"/>
                <p:nvPr/>
              </p:nvSpPr>
              <p:spPr>
                <a:xfrm>
                  <a:off x="1428728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4A30A63-5D17-038F-B746-7330694E4A8F}"/>
                    </a:ext>
                  </a:extLst>
                </p:cNvPr>
                <p:cNvSpPr txBox="1"/>
                <p:nvPr/>
              </p:nvSpPr>
              <p:spPr>
                <a:xfrm>
                  <a:off x="1643042" y="4948297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FF46C73-714B-0A2C-C53E-8BDD14E767AB}"/>
                    </a:ext>
                  </a:extLst>
                </p:cNvPr>
                <p:cNvSpPr txBox="1"/>
                <p:nvPr/>
              </p:nvSpPr>
              <p:spPr>
                <a:xfrm>
                  <a:off x="1857356" y="4948298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53FF61E-6440-C28F-0EE0-0F5307D4434B}"/>
                  </a:ext>
                </a:extLst>
              </p:cNvPr>
              <p:cNvSpPr txBox="1"/>
              <p:nvPr/>
            </p:nvSpPr>
            <p:spPr>
              <a:xfrm>
                <a:off x="569786" y="5090710"/>
                <a:ext cx="21600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1" name="Прямая соединительная линия 90">
                <a:extLst>
                  <a:ext uri="{FF2B5EF4-FFF2-40B4-BE49-F238E27FC236}">
                    <a16:creationId xmlns:a16="http://schemas.microsoft.com/office/drawing/2014/main" id="{2B1A1367-962F-D325-DAE0-43D1AB06D270}"/>
                  </a:ext>
                </a:extLst>
              </p:cNvPr>
              <p:cNvCxnSpPr/>
              <p:nvPr/>
            </p:nvCxnSpPr>
            <p:spPr>
              <a:xfrm rot="10800000" flipH="1">
                <a:off x="552218" y="5698188"/>
                <a:ext cx="1584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E80643-CBED-36E0-F150-AB4AE5E0EE47}"/>
                </a:ext>
              </a:extLst>
            </p:cNvPr>
            <p:cNvSpPr txBox="1"/>
            <p:nvPr/>
          </p:nvSpPr>
          <p:spPr>
            <a:xfrm>
              <a:off x="2214546" y="500063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5E3EFFD-E574-1ACC-9129-6D3830679D3A}"/>
                </a:ext>
              </a:extLst>
            </p:cNvPr>
            <p:cNvSpPr txBox="1"/>
            <p:nvPr/>
          </p:nvSpPr>
          <p:spPr>
            <a:xfrm>
              <a:off x="2214546" y="540354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123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/>
      <p:bldP spid="8" grpId="0"/>
      <p:bldP spid="9" grpId="0"/>
      <p:bldP spid="10" grpId="0"/>
      <p:bldP spid="11" grpId="0"/>
      <p:bldP spid="12" grpId="0"/>
      <p:bldP spid="15" grpId="0"/>
      <p:bldP spid="16" grpId="0"/>
      <p:bldP spid="1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7" grpId="0"/>
      <p:bldP spid="48" grpId="0"/>
      <p:bldP spid="69" grpId="0"/>
      <p:bldP spid="70" grpId="0"/>
      <p:bldP spid="71" grpId="0"/>
      <p:bldP spid="73" grpId="0"/>
      <p:bldP spid="74" grpId="0"/>
      <p:bldP spid="75" grpId="0"/>
      <p:bldP spid="76" grpId="0"/>
      <p:bldP spid="77" grpId="0"/>
      <p:bldP spid="78" grpId="0"/>
      <p:bldP spid="81" grpId="0"/>
      <p:bldP spid="82" grpId="0"/>
      <p:bldP spid="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01E1C-9AC2-77EB-9FAD-534508CECACD}"/>
              </a:ext>
            </a:extLst>
          </p:cNvPr>
          <p:cNvSpPr txBox="1">
            <a:spLocks/>
          </p:cNvSpPr>
          <p:nvPr/>
        </p:nvSpPr>
        <p:spPr>
          <a:xfrm>
            <a:off x="1743234" y="412329"/>
            <a:ext cx="9787703" cy="1325563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РЕШИТЕ САМОСТОЯТЕЛЬНО</a:t>
            </a:r>
            <a:endParaRPr lang="ru-RU" sz="28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466DC9F-4625-481B-2453-B3E664E98EBB}"/>
              </a:ext>
            </a:extLst>
          </p:cNvPr>
          <p:cNvGrpSpPr/>
          <p:nvPr/>
        </p:nvGrpSpPr>
        <p:grpSpPr>
          <a:xfrm>
            <a:off x="4965692" y="2047859"/>
            <a:ext cx="2130440" cy="803916"/>
            <a:chOff x="3441692" y="2047859"/>
            <a:chExt cx="2130440" cy="803916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DEB83E5A-6878-A0FB-812C-815188305E51}"/>
                </a:ext>
              </a:extLst>
            </p:cNvPr>
            <p:cNvGrpSpPr/>
            <p:nvPr/>
          </p:nvGrpSpPr>
          <p:grpSpPr>
            <a:xfrm>
              <a:off x="3903454" y="2081194"/>
              <a:ext cx="1668678" cy="770581"/>
              <a:chOff x="761868" y="4857757"/>
              <a:chExt cx="1668678" cy="770581"/>
            </a:xfrm>
          </p:grpSpPr>
          <p:grpSp>
            <p:nvGrpSpPr>
              <p:cNvPr id="6" name="Группа 146">
                <a:extLst>
                  <a:ext uri="{FF2B5EF4-FFF2-40B4-BE49-F238E27FC236}">
                    <a16:creationId xmlns:a16="http://schemas.microsoft.com/office/drawing/2014/main" id="{C86D6C81-E951-B012-D389-7411326026C1}"/>
                  </a:ext>
                </a:extLst>
              </p:cNvPr>
              <p:cNvGrpSpPr/>
              <p:nvPr/>
            </p:nvGrpSpPr>
            <p:grpSpPr>
              <a:xfrm>
                <a:off x="761868" y="4857757"/>
                <a:ext cx="1584000" cy="770581"/>
                <a:chOff x="552218" y="4929195"/>
                <a:chExt cx="1584000" cy="770581"/>
              </a:xfrm>
            </p:grpSpPr>
            <p:grpSp>
              <p:nvGrpSpPr>
                <p:cNvPr id="9" name="Группа 149">
                  <a:extLst>
                    <a:ext uri="{FF2B5EF4-FFF2-40B4-BE49-F238E27FC236}">
                      <a16:creationId xmlns:a16="http://schemas.microsoft.com/office/drawing/2014/main" id="{091D8E31-90C1-0A3F-CB6A-9E79F90DBB4B}"/>
                    </a:ext>
                  </a:extLst>
                </p:cNvPr>
                <p:cNvGrpSpPr/>
                <p:nvPr/>
              </p:nvGrpSpPr>
              <p:grpSpPr>
                <a:xfrm>
                  <a:off x="785786" y="4929195"/>
                  <a:ext cx="1287570" cy="338558"/>
                  <a:chOff x="785786" y="4857760"/>
                  <a:chExt cx="1287570" cy="429103"/>
                </a:xfrm>
              </p:grpSpPr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B8604B2-CA9D-7C3A-B916-184069674791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857760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A838E80-AAB6-D073-70EE-8F2C064FD34D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857765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88E6A86-2B95-538B-DAB8-F1D4E0401C4C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5BD66DD-2A10-AAE9-A299-D00792448856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E97C9A43-88B2-0714-013F-35AEB6036276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FDD5CBF-0A5D-B524-55EC-3234FBAE7F9A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" name="Группа 150">
                  <a:extLst>
                    <a:ext uri="{FF2B5EF4-FFF2-40B4-BE49-F238E27FC236}">
                      <a16:creationId xmlns:a16="http://schemas.microsoft.com/office/drawing/2014/main" id="{0FA49A12-16F6-78DE-480C-017794FAC9A8}"/>
                    </a:ext>
                  </a:extLst>
                </p:cNvPr>
                <p:cNvGrpSpPr/>
                <p:nvPr/>
              </p:nvGrpSpPr>
              <p:grpSpPr>
                <a:xfrm>
                  <a:off x="785786" y="5286382"/>
                  <a:ext cx="1287570" cy="339926"/>
                  <a:chOff x="785786" y="4948296"/>
                  <a:chExt cx="1287570" cy="430836"/>
                </a:xfrm>
              </p:grpSpPr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F560E10-6F89-CFD1-FDB5-C89EE422B99D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948305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0E7E1FB-44BC-F4B6-0963-641EA025290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16A9C99F-7FA5-ABE0-35DF-BC372C3A5D1F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C528571-7040-DDB7-5407-BF51057BED95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969EED2-53B8-E019-D5C1-FFF0E0B6806C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948299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1CECB434-A961-FAD5-CB20-011BC4574D6B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948296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1A4638D-C085-9F87-4A33-2C47881777FC}"/>
                      </a:ext>
                    </a:extLst>
                  </p:cNvPr>
                  <p:cNvSpPr txBox="1"/>
                  <p:nvPr/>
                </p:nvSpPr>
                <p:spPr>
                  <a:xfrm>
                    <a:off x="1006450" y="4950035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7624695-3C2D-839E-18CF-A7F7903BAE70}"/>
                    </a:ext>
                  </a:extLst>
                </p:cNvPr>
                <p:cNvSpPr txBox="1"/>
                <p:nvPr/>
              </p:nvSpPr>
              <p:spPr>
                <a:xfrm>
                  <a:off x="569786" y="5090710"/>
                  <a:ext cx="216000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" name="Прямая соединительная линия 11">
                  <a:extLst>
                    <a:ext uri="{FF2B5EF4-FFF2-40B4-BE49-F238E27FC236}">
                      <a16:creationId xmlns:a16="http://schemas.microsoft.com/office/drawing/2014/main" id="{04336392-72BD-55C5-046B-688DA4C582E4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52218" y="5698188"/>
                  <a:ext cx="158400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A621E-8FF0-19ED-ED25-5643F7FF9E9D}"/>
                  </a:ext>
                </a:extLst>
              </p:cNvPr>
              <p:cNvSpPr txBox="1"/>
              <p:nvPr/>
            </p:nvSpPr>
            <p:spPr>
              <a:xfrm>
                <a:off x="2214546" y="500063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06A178-6171-D35B-6DA5-79A1E4BE5AD1}"/>
                  </a:ext>
                </a:extLst>
              </p:cNvPr>
              <p:cNvSpPr txBox="1"/>
              <p:nvPr/>
            </p:nvSpPr>
            <p:spPr>
              <a:xfrm>
                <a:off x="2214546" y="540354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Содержимое 40">
              <a:extLst>
                <a:ext uri="{FF2B5EF4-FFF2-40B4-BE49-F238E27FC236}">
                  <a16:creationId xmlns:a16="http://schemas.microsoft.com/office/drawing/2014/main" id="{D4690A1E-8D63-0FB1-8171-D4A26D646E1A}"/>
                </a:ext>
              </a:extLst>
            </p:cNvPr>
            <p:cNvSpPr txBox="1">
              <a:spLocks/>
            </p:cNvSpPr>
            <p:nvPr/>
          </p:nvSpPr>
          <p:spPr>
            <a:xfrm>
              <a:off x="3441692" y="2047859"/>
              <a:ext cx="928693" cy="3571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just">
                <a:spcBef>
                  <a:spcPct val="20000"/>
                </a:spcBef>
                <a:defRPr/>
              </a:pP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A8010DBF-2119-C61E-8E9B-E90C97C5B658}"/>
              </a:ext>
            </a:extLst>
          </p:cNvPr>
          <p:cNvGrpSpPr/>
          <p:nvPr/>
        </p:nvGrpSpPr>
        <p:grpSpPr>
          <a:xfrm>
            <a:off x="7788044" y="2047859"/>
            <a:ext cx="2094171" cy="803916"/>
            <a:chOff x="6264043" y="2047859"/>
            <a:chExt cx="2094171" cy="803916"/>
          </a:xfrm>
        </p:grpSpPr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04E6E4DF-3AAD-2F01-3F67-525DCFC90F27}"/>
                </a:ext>
              </a:extLst>
            </p:cNvPr>
            <p:cNvGrpSpPr/>
            <p:nvPr/>
          </p:nvGrpSpPr>
          <p:grpSpPr>
            <a:xfrm>
              <a:off x="6786578" y="2081194"/>
              <a:ext cx="1571636" cy="770581"/>
              <a:chOff x="894079" y="4857757"/>
              <a:chExt cx="1571636" cy="770581"/>
            </a:xfrm>
          </p:grpSpPr>
          <p:grpSp>
            <p:nvGrpSpPr>
              <p:cNvPr id="29" name="Группа 214">
                <a:extLst>
                  <a:ext uri="{FF2B5EF4-FFF2-40B4-BE49-F238E27FC236}">
                    <a16:creationId xmlns:a16="http://schemas.microsoft.com/office/drawing/2014/main" id="{7A09D8E1-6EDA-069F-EECC-024426E65574}"/>
                  </a:ext>
                </a:extLst>
              </p:cNvPr>
              <p:cNvGrpSpPr/>
              <p:nvPr/>
            </p:nvGrpSpPr>
            <p:grpSpPr>
              <a:xfrm>
                <a:off x="894079" y="4857757"/>
                <a:ext cx="1451789" cy="770581"/>
                <a:chOff x="684429" y="4929195"/>
                <a:chExt cx="1451789" cy="770581"/>
              </a:xfrm>
            </p:grpSpPr>
            <p:grpSp>
              <p:nvGrpSpPr>
                <p:cNvPr id="32" name="Группа 217">
                  <a:extLst>
                    <a:ext uri="{FF2B5EF4-FFF2-40B4-BE49-F238E27FC236}">
                      <a16:creationId xmlns:a16="http://schemas.microsoft.com/office/drawing/2014/main" id="{E72BED41-0D7E-7BA3-6F00-41FFCEBD3CDD}"/>
                    </a:ext>
                  </a:extLst>
                </p:cNvPr>
                <p:cNvGrpSpPr/>
                <p:nvPr/>
              </p:nvGrpSpPr>
              <p:grpSpPr>
                <a:xfrm>
                  <a:off x="785786" y="4929195"/>
                  <a:ext cx="1287570" cy="338558"/>
                  <a:chOff x="785786" y="4857760"/>
                  <a:chExt cx="1287570" cy="429103"/>
                </a:xfrm>
              </p:grpSpPr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92B45BB3-D482-B09D-8D59-3CE6E4B87DE6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857760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DD7F7BD2-CCA0-8D60-484C-E20217823B3C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857765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55456220-8AFC-0387-E5C8-F2B14B5EEE49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8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F8A30E72-FFA7-8748-CBC8-73F41E76C033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D93CC98-AF93-FEDD-DB84-C3CEEFD45306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E1B323EE-281F-7825-ED54-14EB6C8F9638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" name="Группа 218">
                  <a:extLst>
                    <a:ext uri="{FF2B5EF4-FFF2-40B4-BE49-F238E27FC236}">
                      <a16:creationId xmlns:a16="http://schemas.microsoft.com/office/drawing/2014/main" id="{18B706DC-CC1A-47A7-F9A6-6B69E4BDAB80}"/>
                    </a:ext>
                  </a:extLst>
                </p:cNvPr>
                <p:cNvGrpSpPr/>
                <p:nvPr/>
              </p:nvGrpSpPr>
              <p:grpSpPr>
                <a:xfrm>
                  <a:off x="785786" y="5286376"/>
                  <a:ext cx="1287570" cy="338563"/>
                  <a:chOff x="785786" y="4948296"/>
                  <a:chExt cx="1287570" cy="429109"/>
                </a:xfrm>
              </p:grpSpPr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378F020-BCEE-5D05-E95E-B872D1CF2E54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948304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40AA8EDE-C3A5-6591-2CC6-9906CD33538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948307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80060FD-DD86-7933-0C37-3832E9B22126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ABEB8DA-C54E-BE26-65B4-1070B56FE242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18D8C956-A36F-6A10-C80D-F6E91433775F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948299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5A7D45A4-C752-6DFE-377A-3E0DF6FE6C24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948296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70160C6-FD99-833E-4398-08CA56525216}"/>
                    </a:ext>
                  </a:extLst>
                </p:cNvPr>
                <p:cNvSpPr txBox="1"/>
                <p:nvPr/>
              </p:nvSpPr>
              <p:spPr>
                <a:xfrm>
                  <a:off x="684429" y="5090710"/>
                  <a:ext cx="216000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5" name="Прямая соединительная линия 34">
                  <a:extLst>
                    <a:ext uri="{FF2B5EF4-FFF2-40B4-BE49-F238E27FC236}">
                      <a16:creationId xmlns:a16="http://schemas.microsoft.com/office/drawing/2014/main" id="{F772A181-68A2-B4DC-70EE-055EB62C251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6218" y="5698188"/>
                  <a:ext cx="144000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807E43-E4A0-2491-02C5-51B9A7FD520B}"/>
                  </a:ext>
                </a:extLst>
              </p:cNvPr>
              <p:cNvSpPr txBox="1"/>
              <p:nvPr/>
            </p:nvSpPr>
            <p:spPr>
              <a:xfrm>
                <a:off x="2249715" y="500063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D88875-3DFD-0659-3F24-5CF70CEA335D}"/>
                  </a:ext>
                </a:extLst>
              </p:cNvPr>
              <p:cNvSpPr txBox="1"/>
              <p:nvPr/>
            </p:nvSpPr>
            <p:spPr>
              <a:xfrm>
                <a:off x="2249715" y="540354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" name="Содержимое 40">
              <a:extLst>
                <a:ext uri="{FF2B5EF4-FFF2-40B4-BE49-F238E27FC236}">
                  <a16:creationId xmlns:a16="http://schemas.microsoft.com/office/drawing/2014/main" id="{A4E872C2-A4BC-F208-9172-310FA7F654A4}"/>
                </a:ext>
              </a:extLst>
            </p:cNvPr>
            <p:cNvSpPr txBox="1">
              <a:spLocks/>
            </p:cNvSpPr>
            <p:nvPr/>
          </p:nvSpPr>
          <p:spPr>
            <a:xfrm>
              <a:off x="6264043" y="2047859"/>
              <a:ext cx="928693" cy="3571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just">
                <a:spcBef>
                  <a:spcPct val="20000"/>
                </a:spcBef>
                <a:defRPr/>
              </a:pP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296A4A9-DA37-3BB4-1D28-24117F8A1C8F}"/>
              </a:ext>
            </a:extLst>
          </p:cNvPr>
          <p:cNvGrpSpPr/>
          <p:nvPr/>
        </p:nvGrpSpPr>
        <p:grpSpPr>
          <a:xfrm>
            <a:off x="2874941" y="2885651"/>
            <a:ext cx="6995551" cy="338554"/>
            <a:chOff x="1350940" y="2885651"/>
            <a:chExt cx="6995551" cy="33855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4D06F0-0F64-BCCA-FB2F-2308087397A7}"/>
                </a:ext>
              </a:extLst>
            </p:cNvPr>
            <p:cNvSpPr txBox="1"/>
            <p:nvPr/>
          </p:nvSpPr>
          <p:spPr>
            <a:xfrm>
              <a:off x="2570050" y="3025131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0EA208-45C7-B787-AAF0-1D7496C0442F}"/>
                </a:ext>
              </a:extLst>
            </p:cNvPr>
            <p:cNvSpPr txBox="1"/>
            <p:nvPr/>
          </p:nvSpPr>
          <p:spPr>
            <a:xfrm>
              <a:off x="4137022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754E569-32EF-2AED-1DA1-7822A14C85FA}"/>
                </a:ext>
              </a:extLst>
            </p:cNvPr>
            <p:cNvSpPr txBox="1"/>
            <p:nvPr/>
          </p:nvSpPr>
          <p:spPr>
            <a:xfrm>
              <a:off x="4351336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B464DC-89C4-B34C-629E-3F71A116FF8D}"/>
                </a:ext>
              </a:extLst>
            </p:cNvPr>
            <p:cNvSpPr txBox="1"/>
            <p:nvPr/>
          </p:nvSpPr>
          <p:spPr>
            <a:xfrm>
              <a:off x="4565650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B5B8090-AA81-7153-C7DA-1120BF4551B4}"/>
                </a:ext>
              </a:extLst>
            </p:cNvPr>
            <p:cNvSpPr txBox="1"/>
            <p:nvPr/>
          </p:nvSpPr>
          <p:spPr>
            <a:xfrm>
              <a:off x="4779964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FAA3A8A-ED75-98A1-4D56-BA3A063C32CE}"/>
                </a:ext>
              </a:extLst>
            </p:cNvPr>
            <p:cNvSpPr txBox="1"/>
            <p:nvPr/>
          </p:nvSpPr>
          <p:spPr>
            <a:xfrm>
              <a:off x="4994278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FBCD9B-FF8C-17C4-49F1-82E1F3E6C269}"/>
                </a:ext>
              </a:extLst>
            </p:cNvPr>
            <p:cNvSpPr txBox="1"/>
            <p:nvPr/>
          </p:nvSpPr>
          <p:spPr>
            <a:xfrm>
              <a:off x="5208592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6FCFE7-1C93-C924-1827-488AAD2CC6DE}"/>
                </a:ext>
              </a:extLst>
            </p:cNvPr>
            <p:cNvSpPr txBox="1"/>
            <p:nvPr/>
          </p:nvSpPr>
          <p:spPr>
            <a:xfrm>
              <a:off x="5356132" y="3025131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99DFB03-3638-38CF-4A65-35C1D6F6973F}"/>
                </a:ext>
              </a:extLst>
            </p:cNvPr>
            <p:cNvSpPr txBox="1"/>
            <p:nvPr/>
          </p:nvSpPr>
          <p:spPr>
            <a:xfrm>
              <a:off x="7102249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3056F58-5D97-AFD6-AD3A-D5893C8EC1CD}"/>
                </a:ext>
              </a:extLst>
            </p:cNvPr>
            <p:cNvSpPr txBox="1"/>
            <p:nvPr/>
          </p:nvSpPr>
          <p:spPr>
            <a:xfrm>
              <a:off x="7316563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AEC5654-FE84-931C-9EAE-E43FBC2B7712}"/>
                </a:ext>
              </a:extLst>
            </p:cNvPr>
            <p:cNvSpPr txBox="1"/>
            <p:nvPr/>
          </p:nvSpPr>
          <p:spPr>
            <a:xfrm>
              <a:off x="7530877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B7A5EBF-AB01-63D5-68A9-0AA0BDC11D0E}"/>
                </a:ext>
              </a:extLst>
            </p:cNvPr>
            <p:cNvSpPr txBox="1"/>
            <p:nvPr/>
          </p:nvSpPr>
          <p:spPr>
            <a:xfrm>
              <a:off x="7745191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A5652F2-BA00-A493-6BBA-8F7331CE7701}"/>
                </a:ext>
              </a:extLst>
            </p:cNvPr>
            <p:cNvSpPr txBox="1"/>
            <p:nvPr/>
          </p:nvSpPr>
          <p:spPr>
            <a:xfrm>
              <a:off x="7959505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83DA68-3647-DEC0-B598-052E7E465D94}"/>
                </a:ext>
              </a:extLst>
            </p:cNvPr>
            <p:cNvSpPr txBox="1"/>
            <p:nvPr/>
          </p:nvSpPr>
          <p:spPr>
            <a:xfrm>
              <a:off x="8130491" y="3025131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CCB9AB5-09B2-3D04-E988-AF6DD35F6150}"/>
                </a:ext>
              </a:extLst>
            </p:cNvPr>
            <p:cNvSpPr txBox="1"/>
            <p:nvPr/>
          </p:nvSpPr>
          <p:spPr>
            <a:xfrm>
              <a:off x="1350940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F1E204E-2DC1-1946-3684-70851DDBD3F4}"/>
                </a:ext>
              </a:extLst>
            </p:cNvPr>
            <p:cNvSpPr txBox="1"/>
            <p:nvPr/>
          </p:nvSpPr>
          <p:spPr>
            <a:xfrm>
              <a:off x="1565254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774D4D0-212A-E145-D7D7-96A73DFA72B1}"/>
                </a:ext>
              </a:extLst>
            </p:cNvPr>
            <p:cNvSpPr txBox="1"/>
            <p:nvPr/>
          </p:nvSpPr>
          <p:spPr>
            <a:xfrm>
              <a:off x="1779568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170FC97-6E9E-614F-E5C1-D027A33222B9}"/>
                </a:ext>
              </a:extLst>
            </p:cNvPr>
            <p:cNvSpPr txBox="1"/>
            <p:nvPr/>
          </p:nvSpPr>
          <p:spPr>
            <a:xfrm>
              <a:off x="1993882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6BE99A8-4CEE-E05A-9D59-E2A544C785BB}"/>
                </a:ext>
              </a:extLst>
            </p:cNvPr>
            <p:cNvSpPr txBox="1"/>
            <p:nvPr/>
          </p:nvSpPr>
          <p:spPr>
            <a:xfrm>
              <a:off x="2208196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23B155-DE04-D23D-275B-AA580022FF55}"/>
                </a:ext>
              </a:extLst>
            </p:cNvPr>
            <p:cNvSpPr txBox="1"/>
            <p:nvPr/>
          </p:nvSpPr>
          <p:spPr>
            <a:xfrm>
              <a:off x="2422510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4F76F9E5-0318-3037-0ACE-95D917CC84A7}"/>
              </a:ext>
            </a:extLst>
          </p:cNvPr>
          <p:cNvGrpSpPr/>
          <p:nvPr/>
        </p:nvGrpSpPr>
        <p:grpSpPr>
          <a:xfrm>
            <a:off x="2179610" y="2047859"/>
            <a:ext cx="2130440" cy="803916"/>
            <a:chOff x="655610" y="2047859"/>
            <a:chExt cx="2130440" cy="803916"/>
          </a:xfrm>
        </p:grpSpPr>
        <p:sp>
          <p:nvSpPr>
            <p:cNvPr id="70" name="Содержимое 40">
              <a:extLst>
                <a:ext uri="{FF2B5EF4-FFF2-40B4-BE49-F238E27FC236}">
                  <a16:creationId xmlns:a16="http://schemas.microsoft.com/office/drawing/2014/main" id="{94ECE3C0-A96C-1526-E310-3F21AC2C1B1D}"/>
                </a:ext>
              </a:extLst>
            </p:cNvPr>
            <p:cNvSpPr txBox="1">
              <a:spLocks/>
            </p:cNvSpPr>
            <p:nvPr/>
          </p:nvSpPr>
          <p:spPr>
            <a:xfrm>
              <a:off x="655610" y="2047859"/>
              <a:ext cx="928693" cy="3571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just">
                <a:spcBef>
                  <a:spcPct val="20000"/>
                </a:spcBef>
                <a:defRPr/>
              </a:pP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16815631-4D2B-1BBF-DA5C-EAA9B42AE9C6}"/>
                </a:ext>
              </a:extLst>
            </p:cNvPr>
            <p:cNvGrpSpPr/>
            <p:nvPr/>
          </p:nvGrpSpPr>
          <p:grpSpPr>
            <a:xfrm>
              <a:off x="1117372" y="2081194"/>
              <a:ext cx="1668678" cy="770581"/>
              <a:chOff x="761868" y="4857757"/>
              <a:chExt cx="1668678" cy="770581"/>
            </a:xfrm>
          </p:grpSpPr>
          <p:grpSp>
            <p:nvGrpSpPr>
              <p:cNvPr id="72" name="Группа 78">
                <a:extLst>
                  <a:ext uri="{FF2B5EF4-FFF2-40B4-BE49-F238E27FC236}">
                    <a16:creationId xmlns:a16="http://schemas.microsoft.com/office/drawing/2014/main" id="{AA4486C7-40B5-D303-BEAE-66FE3AEDC9E3}"/>
                  </a:ext>
                </a:extLst>
              </p:cNvPr>
              <p:cNvGrpSpPr/>
              <p:nvPr/>
            </p:nvGrpSpPr>
            <p:grpSpPr>
              <a:xfrm>
                <a:off x="761868" y="4857757"/>
                <a:ext cx="1584000" cy="770581"/>
                <a:chOff x="552218" y="4929195"/>
                <a:chExt cx="1584000" cy="770581"/>
              </a:xfrm>
            </p:grpSpPr>
            <p:grpSp>
              <p:nvGrpSpPr>
                <p:cNvPr id="75" name="Группа 81">
                  <a:extLst>
                    <a:ext uri="{FF2B5EF4-FFF2-40B4-BE49-F238E27FC236}">
                      <a16:creationId xmlns:a16="http://schemas.microsoft.com/office/drawing/2014/main" id="{804EDA80-EF52-F8E4-F21C-A163E4BED567}"/>
                    </a:ext>
                  </a:extLst>
                </p:cNvPr>
                <p:cNvGrpSpPr/>
                <p:nvPr/>
              </p:nvGrpSpPr>
              <p:grpSpPr>
                <a:xfrm>
                  <a:off x="785786" y="4929195"/>
                  <a:ext cx="1287570" cy="338558"/>
                  <a:chOff x="785786" y="4857760"/>
                  <a:chExt cx="1287570" cy="429103"/>
                </a:xfrm>
              </p:grpSpPr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B05D4C80-5611-A894-EE93-CC6AF84DA468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857760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B5F0A8EF-C4F9-BDB5-3628-3FBBAECCEBA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857765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46575731-0435-F1A2-CD08-5C725EC2D389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C7E893E2-D4E6-214C-EAB7-54340EDC3F94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13C93A4D-3970-F168-434D-977CC5FC2465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C8D85ACD-F736-1D81-1362-930E5C9441E2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76" name="Группа 82">
                  <a:extLst>
                    <a:ext uri="{FF2B5EF4-FFF2-40B4-BE49-F238E27FC236}">
                      <a16:creationId xmlns:a16="http://schemas.microsoft.com/office/drawing/2014/main" id="{B8717078-6C6A-96A7-42F4-058C6908ADE2}"/>
                    </a:ext>
                  </a:extLst>
                </p:cNvPr>
                <p:cNvGrpSpPr/>
                <p:nvPr/>
              </p:nvGrpSpPr>
              <p:grpSpPr>
                <a:xfrm>
                  <a:off x="785786" y="5286382"/>
                  <a:ext cx="1287570" cy="338561"/>
                  <a:chOff x="785786" y="4948296"/>
                  <a:chExt cx="1287570" cy="429106"/>
                </a:xfrm>
              </p:grpSpPr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20E669F4-96D9-82F5-6F3D-028775ECC253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948305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79A86891-A9A1-FFE0-7FC2-7F1A6FC167A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59D726E3-F19F-94FD-61D9-1F97D9CE3E1D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C2AB2F94-4FCF-C05E-0171-EBE175DA8134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D0F3AAB5-2511-551F-F859-C37F10EA32F2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948299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064CAFFD-4033-D55E-881F-16FE58C6F6DF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948296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5E64D090-4D6B-7315-3557-403E9DADAE91}"/>
                      </a:ext>
                    </a:extLst>
                  </p:cNvPr>
                  <p:cNvSpPr txBox="1"/>
                  <p:nvPr/>
                </p:nvSpPr>
                <p:spPr>
                  <a:xfrm>
                    <a:off x="122076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189DD10B-7B07-36BA-47EB-C3062142978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6450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813C4B1-155D-A1CE-E650-C14976F8997C}"/>
                    </a:ext>
                  </a:extLst>
                </p:cNvPr>
                <p:cNvSpPr txBox="1"/>
                <p:nvPr/>
              </p:nvSpPr>
              <p:spPr>
                <a:xfrm>
                  <a:off x="569786" y="5090710"/>
                  <a:ext cx="216000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8" name="Прямая соединительная линия 77">
                  <a:extLst>
                    <a:ext uri="{FF2B5EF4-FFF2-40B4-BE49-F238E27FC236}">
                      <a16:creationId xmlns:a16="http://schemas.microsoft.com/office/drawing/2014/main" id="{B75ACFC2-637A-ADFE-E9DD-736BD6A51B10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52218" y="5698188"/>
                  <a:ext cx="158400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344F630-BC87-8B7D-ED0A-8F4F7C40FCD1}"/>
                  </a:ext>
                </a:extLst>
              </p:cNvPr>
              <p:cNvSpPr txBox="1"/>
              <p:nvPr/>
            </p:nvSpPr>
            <p:spPr>
              <a:xfrm>
                <a:off x="2214546" y="500063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F574D9-E640-CD48-BBD9-D164B518AA4B}"/>
                  </a:ext>
                </a:extLst>
              </p:cNvPr>
              <p:cNvSpPr txBox="1"/>
              <p:nvPr/>
            </p:nvSpPr>
            <p:spPr>
              <a:xfrm>
                <a:off x="2214546" y="540354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274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42F52-4EEE-892E-2267-0B5A10F98CCD}"/>
              </a:ext>
            </a:extLst>
          </p:cNvPr>
          <p:cNvSpPr txBox="1">
            <a:spLocks/>
          </p:cNvSpPr>
          <p:nvPr/>
        </p:nvSpPr>
        <p:spPr>
          <a:xfrm>
            <a:off x="1743234" y="412329"/>
            <a:ext cx="9787703" cy="1325563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ВЫЧИТАНИЯ </a:t>
            </a:r>
          </a:p>
        </p:txBody>
      </p:sp>
      <p:sp>
        <p:nvSpPr>
          <p:cNvPr id="3" name="Прямоугольная выноска 105">
            <a:extLst>
              <a:ext uri="{FF2B5EF4-FFF2-40B4-BE49-F238E27FC236}">
                <a16:creationId xmlns:a16="http://schemas.microsoft.com/office/drawing/2014/main" id="{DEAFA09D-4008-39F5-57D5-68371DA67951}"/>
              </a:ext>
            </a:extLst>
          </p:cNvPr>
          <p:cNvSpPr/>
          <p:nvPr/>
        </p:nvSpPr>
        <p:spPr>
          <a:xfrm>
            <a:off x="3139629" y="3292898"/>
            <a:ext cx="4788000" cy="792000"/>
          </a:xfrm>
          <a:prstGeom prst="wedgeRectCallout">
            <a:avLst>
              <a:gd name="adj1" fmla="val -74309"/>
              <a:gd name="adj2" fmla="val -30533"/>
            </a:avLst>
          </a:prstGeom>
          <a:solidFill>
            <a:srgbClr val="00B0F0"/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b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 разрядом</a:t>
            </a:r>
          </a:p>
        </p:txBody>
      </p:sp>
      <p:sp>
        <p:nvSpPr>
          <p:cNvPr id="4" name="Прямоугольная выноска 106">
            <a:extLst>
              <a:ext uri="{FF2B5EF4-FFF2-40B4-BE49-F238E27FC236}">
                <a16:creationId xmlns:a16="http://schemas.microsoft.com/office/drawing/2014/main" id="{DEB2ABC1-8142-4D3D-CBAE-2AAD6C4E1A91}"/>
              </a:ext>
            </a:extLst>
          </p:cNvPr>
          <p:cNvSpPr/>
          <p:nvPr/>
        </p:nvSpPr>
        <p:spPr>
          <a:xfrm>
            <a:off x="3139629" y="3292898"/>
            <a:ext cx="4788000" cy="792000"/>
          </a:xfrm>
          <a:prstGeom prst="wedgeRectCallout">
            <a:avLst>
              <a:gd name="adj1" fmla="val -69073"/>
              <a:gd name="adj2" fmla="val -27066"/>
            </a:avLst>
          </a:prstGeom>
          <a:solidFill>
            <a:srgbClr val="00B0F0"/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2</a:t>
            </a:r>
            <a:b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+ 0 - 2 = 1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3-м разрядом,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делая заем в 4-м разряде</a:t>
            </a:r>
          </a:p>
        </p:txBody>
      </p:sp>
      <p:sp>
        <p:nvSpPr>
          <p:cNvPr id="5" name="Прямоугольная выноска 107">
            <a:extLst>
              <a:ext uri="{FF2B5EF4-FFF2-40B4-BE49-F238E27FC236}">
                <a16:creationId xmlns:a16="http://schemas.microsoft.com/office/drawing/2014/main" id="{3FBA1364-1CD0-3830-913C-B9716D174B61}"/>
              </a:ext>
            </a:extLst>
          </p:cNvPr>
          <p:cNvSpPr/>
          <p:nvPr/>
        </p:nvSpPr>
        <p:spPr>
          <a:xfrm>
            <a:off x="3131529" y="3292898"/>
            <a:ext cx="4788000" cy="792000"/>
          </a:xfrm>
          <a:prstGeom prst="wedgeRectCallout">
            <a:avLst>
              <a:gd name="adj1" fmla="val -63638"/>
              <a:gd name="adj2" fmla="val -25386"/>
            </a:avLst>
          </a:prstGeom>
          <a:solidFill>
            <a:srgbClr val="00B0F0"/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&lt; 1</a:t>
            </a:r>
            <a:b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 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 2-м разрядом,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делая заем в 3-м разряде</a:t>
            </a:r>
          </a:p>
        </p:txBody>
      </p:sp>
      <p:sp>
        <p:nvSpPr>
          <p:cNvPr id="6" name="Прямоугольная выноска 108">
            <a:extLst>
              <a:ext uri="{FF2B5EF4-FFF2-40B4-BE49-F238E27FC236}">
                <a16:creationId xmlns:a16="http://schemas.microsoft.com/office/drawing/2014/main" id="{3BE27C5B-1695-492C-7DA7-D2C4C341FA23}"/>
              </a:ext>
            </a:extLst>
          </p:cNvPr>
          <p:cNvSpPr/>
          <p:nvPr/>
        </p:nvSpPr>
        <p:spPr>
          <a:xfrm>
            <a:off x="3132685" y="3292898"/>
            <a:ext cx="4788000" cy="792000"/>
          </a:xfrm>
          <a:prstGeom prst="wedgeRectCallout">
            <a:avLst>
              <a:gd name="adj1" fmla="val -59058"/>
              <a:gd name="adj2" fmla="val -25264"/>
            </a:avLst>
          </a:prstGeom>
          <a:solidFill>
            <a:srgbClr val="00B0F0"/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≥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 1-м разрядом</a:t>
            </a:r>
          </a:p>
        </p:txBody>
      </p:sp>
      <p:sp>
        <p:nvSpPr>
          <p:cNvPr id="7" name="Прямоугольная выноска 109">
            <a:extLst>
              <a:ext uri="{FF2B5EF4-FFF2-40B4-BE49-F238E27FC236}">
                <a16:creationId xmlns:a16="http://schemas.microsoft.com/office/drawing/2014/main" id="{E04D88EF-A4DF-3A38-AD75-4BB70B947C4B}"/>
              </a:ext>
            </a:extLst>
          </p:cNvPr>
          <p:cNvSpPr/>
          <p:nvPr/>
        </p:nvSpPr>
        <p:spPr>
          <a:xfrm>
            <a:off x="3131529" y="3292898"/>
            <a:ext cx="4788000" cy="792000"/>
          </a:xfrm>
          <a:prstGeom prst="wedgeRectCallout">
            <a:avLst>
              <a:gd name="adj1" fmla="val -77678"/>
              <a:gd name="adj2" fmla="val -30670"/>
            </a:avLst>
          </a:prstGeom>
          <a:solidFill>
            <a:srgbClr val="00B0F0"/>
          </a:solidFill>
          <a:ln w="12700"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ct val="80000"/>
              </a:lnSpc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1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записываем 3 + 0 -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 разрядом,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делая заем в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 разряде</a:t>
            </a:r>
          </a:p>
        </p:txBody>
      </p:sp>
      <p:grpSp>
        <p:nvGrpSpPr>
          <p:cNvPr id="8" name="Группа 213">
            <a:extLst>
              <a:ext uri="{FF2B5EF4-FFF2-40B4-BE49-F238E27FC236}">
                <a16:creationId xmlns:a16="http://schemas.microsoft.com/office/drawing/2014/main" id="{1326A856-4FCE-C860-946F-0F9656FC104B}"/>
              </a:ext>
            </a:extLst>
          </p:cNvPr>
          <p:cNvGrpSpPr/>
          <p:nvPr/>
        </p:nvGrpSpPr>
        <p:grpSpPr>
          <a:xfrm>
            <a:off x="8874442" y="2331846"/>
            <a:ext cx="1571636" cy="770581"/>
            <a:chOff x="894079" y="4857757"/>
            <a:chExt cx="1571636" cy="770581"/>
          </a:xfrm>
        </p:grpSpPr>
        <p:grpSp>
          <p:nvGrpSpPr>
            <p:cNvPr id="9" name="Группа 214">
              <a:extLst>
                <a:ext uri="{FF2B5EF4-FFF2-40B4-BE49-F238E27FC236}">
                  <a16:creationId xmlns:a16="http://schemas.microsoft.com/office/drawing/2014/main" id="{D23744C9-055C-7769-6511-2B532B62BAEE}"/>
                </a:ext>
              </a:extLst>
            </p:cNvPr>
            <p:cNvGrpSpPr/>
            <p:nvPr/>
          </p:nvGrpSpPr>
          <p:grpSpPr>
            <a:xfrm>
              <a:off x="894079" y="4857757"/>
              <a:ext cx="1451789" cy="770581"/>
              <a:chOff x="684429" y="4929195"/>
              <a:chExt cx="1451789" cy="770581"/>
            </a:xfrm>
          </p:grpSpPr>
          <p:grpSp>
            <p:nvGrpSpPr>
              <p:cNvPr id="12" name="Группа 217">
                <a:extLst>
                  <a:ext uri="{FF2B5EF4-FFF2-40B4-BE49-F238E27FC236}">
                    <a16:creationId xmlns:a16="http://schemas.microsoft.com/office/drawing/2014/main" id="{7EBE3011-1927-9568-909B-3ABFDDD345BB}"/>
                  </a:ext>
                </a:extLst>
              </p:cNvPr>
              <p:cNvGrpSpPr/>
              <p:nvPr/>
            </p:nvGrpSpPr>
            <p:grpSpPr>
              <a:xfrm>
                <a:off x="785786" y="4929195"/>
                <a:ext cx="1287570" cy="338558"/>
                <a:chOff x="785786" y="4857760"/>
                <a:chExt cx="1287570" cy="429103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7337C6D-7B12-25BF-EDBA-4C32B1C5B0CF}"/>
                    </a:ext>
                  </a:extLst>
                </p:cNvPr>
                <p:cNvSpPr txBox="1"/>
                <p:nvPr/>
              </p:nvSpPr>
              <p:spPr>
                <a:xfrm>
                  <a:off x="785786" y="4857760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D3C0123-2349-7653-AC0C-A050821C7075}"/>
                    </a:ext>
                  </a:extLst>
                </p:cNvPr>
                <p:cNvSpPr txBox="1"/>
                <p:nvPr/>
              </p:nvSpPr>
              <p:spPr>
                <a:xfrm>
                  <a:off x="1000100" y="4857765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D02365-5F9A-2449-BD6D-D60500203681}"/>
                    </a:ext>
                  </a:extLst>
                </p:cNvPr>
                <p:cNvSpPr txBox="1"/>
                <p:nvPr/>
              </p:nvSpPr>
              <p:spPr>
                <a:xfrm>
                  <a:off x="1214414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ADA6EAB-65AF-F156-1166-D7A355A4A8DF}"/>
                    </a:ext>
                  </a:extLst>
                </p:cNvPr>
                <p:cNvSpPr txBox="1"/>
                <p:nvPr/>
              </p:nvSpPr>
              <p:spPr>
                <a:xfrm>
                  <a:off x="1428728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871ED09-1802-B8BF-23A2-BEF792B924E4}"/>
                    </a:ext>
                  </a:extLst>
                </p:cNvPr>
                <p:cNvSpPr txBox="1"/>
                <p:nvPr/>
              </p:nvSpPr>
              <p:spPr>
                <a:xfrm>
                  <a:off x="1643042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84814D3-EC77-B65B-F154-E98AB3F910F8}"/>
                    </a:ext>
                  </a:extLst>
                </p:cNvPr>
                <p:cNvSpPr txBox="1"/>
                <p:nvPr/>
              </p:nvSpPr>
              <p:spPr>
                <a:xfrm>
                  <a:off x="1857356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3" name="Группа 218">
                <a:extLst>
                  <a:ext uri="{FF2B5EF4-FFF2-40B4-BE49-F238E27FC236}">
                    <a16:creationId xmlns:a16="http://schemas.microsoft.com/office/drawing/2014/main" id="{E0268216-EB6A-07CC-6B3D-1FE167BA259C}"/>
                  </a:ext>
                </a:extLst>
              </p:cNvPr>
              <p:cNvGrpSpPr/>
              <p:nvPr/>
            </p:nvGrpSpPr>
            <p:grpSpPr>
              <a:xfrm>
                <a:off x="785786" y="5286378"/>
                <a:ext cx="1287570" cy="338563"/>
                <a:chOff x="785786" y="4948296"/>
                <a:chExt cx="1287570" cy="429109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7940851-446D-90C0-78FE-E632ADD4885E}"/>
                    </a:ext>
                  </a:extLst>
                </p:cNvPr>
                <p:cNvSpPr txBox="1"/>
                <p:nvPr/>
              </p:nvSpPr>
              <p:spPr>
                <a:xfrm>
                  <a:off x="785786" y="4948304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4EFF03-DAA3-68E3-F965-4A2CE57E581A}"/>
                    </a:ext>
                  </a:extLst>
                </p:cNvPr>
                <p:cNvSpPr txBox="1"/>
                <p:nvPr/>
              </p:nvSpPr>
              <p:spPr>
                <a:xfrm>
                  <a:off x="1000100" y="4948307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D7F9E4A-D6C3-658B-B231-CA08EF2EE53A}"/>
                    </a:ext>
                  </a:extLst>
                </p:cNvPr>
                <p:cNvSpPr txBox="1"/>
                <p:nvPr/>
              </p:nvSpPr>
              <p:spPr>
                <a:xfrm>
                  <a:off x="1214414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7B7E6C7-B0F7-0BD0-5DA7-0936EB722AEA}"/>
                    </a:ext>
                  </a:extLst>
                </p:cNvPr>
                <p:cNvSpPr txBox="1"/>
                <p:nvPr/>
              </p:nvSpPr>
              <p:spPr>
                <a:xfrm>
                  <a:off x="1428728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FCD7F72-6A53-AD8A-669C-1D89C0369562}"/>
                    </a:ext>
                  </a:extLst>
                </p:cNvPr>
                <p:cNvSpPr txBox="1"/>
                <p:nvPr/>
              </p:nvSpPr>
              <p:spPr>
                <a:xfrm>
                  <a:off x="1643042" y="4948299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42D68C4-55E0-0D35-2575-144008E6509E}"/>
                    </a:ext>
                  </a:extLst>
                </p:cNvPr>
                <p:cNvSpPr txBox="1"/>
                <p:nvPr/>
              </p:nvSpPr>
              <p:spPr>
                <a:xfrm>
                  <a:off x="1857356" y="4948296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4364DE-1105-FE16-61B9-D612AA16C2CF}"/>
                  </a:ext>
                </a:extLst>
              </p:cNvPr>
              <p:cNvSpPr txBox="1"/>
              <p:nvPr/>
            </p:nvSpPr>
            <p:spPr>
              <a:xfrm>
                <a:off x="684429" y="5090710"/>
                <a:ext cx="2160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endParaRPr 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1AED02F1-1110-1D53-A99E-04BAB1473AA2}"/>
                  </a:ext>
                </a:extLst>
              </p:cNvPr>
              <p:cNvCxnSpPr/>
              <p:nvPr/>
            </p:nvCxnSpPr>
            <p:spPr>
              <a:xfrm rot="10800000" flipH="1">
                <a:off x="696218" y="5698188"/>
                <a:ext cx="1440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3C0AE4-3C88-3F29-639A-FE9B52C9F6D0}"/>
                </a:ext>
              </a:extLst>
            </p:cNvPr>
            <p:cNvSpPr txBox="1"/>
            <p:nvPr/>
          </p:nvSpPr>
          <p:spPr>
            <a:xfrm>
              <a:off x="2249715" y="500063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A6FA18-65E9-E37D-7D1B-84EEDAAF8601}"/>
                </a:ext>
              </a:extLst>
            </p:cNvPr>
            <p:cNvSpPr txBox="1"/>
            <p:nvPr/>
          </p:nvSpPr>
          <p:spPr>
            <a:xfrm>
              <a:off x="2249715" y="540354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FB969CF-F652-AFEB-2DF8-38724C02E82C}"/>
              </a:ext>
            </a:extLst>
          </p:cNvPr>
          <p:cNvSpPr txBox="1"/>
          <p:nvPr/>
        </p:nvSpPr>
        <p:spPr>
          <a:xfrm>
            <a:off x="1767857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2E6FD8-364A-707C-772D-6FDB07065088}"/>
              </a:ext>
            </a:extLst>
          </p:cNvPr>
          <p:cNvSpPr txBox="1"/>
          <p:nvPr/>
        </p:nvSpPr>
        <p:spPr>
          <a:xfrm>
            <a:off x="1982171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CCA08E-4F0D-4751-D032-C5A932382E80}"/>
              </a:ext>
            </a:extLst>
          </p:cNvPr>
          <p:cNvSpPr txBox="1"/>
          <p:nvPr/>
        </p:nvSpPr>
        <p:spPr>
          <a:xfrm>
            <a:off x="2196485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0E99E9-5558-16FE-7BB0-14ADB47404C7}"/>
              </a:ext>
            </a:extLst>
          </p:cNvPr>
          <p:cNvSpPr txBox="1"/>
          <p:nvPr/>
        </p:nvSpPr>
        <p:spPr>
          <a:xfrm>
            <a:off x="2410799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EB4CA5-69AF-FA0C-20D6-F3FA617722ED}"/>
              </a:ext>
            </a:extLst>
          </p:cNvPr>
          <p:cNvSpPr txBox="1"/>
          <p:nvPr/>
        </p:nvSpPr>
        <p:spPr>
          <a:xfrm>
            <a:off x="2625113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2D9B4-A1AE-2A9A-CAAF-127C21556B12}"/>
              </a:ext>
            </a:extLst>
          </p:cNvPr>
          <p:cNvSpPr txBox="1"/>
          <p:nvPr/>
        </p:nvSpPr>
        <p:spPr>
          <a:xfrm>
            <a:off x="1558207" y="21794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2F3BCC-CA37-AB1C-6F82-2C96C2965241}"/>
              </a:ext>
            </a:extLst>
          </p:cNvPr>
          <p:cNvSpPr txBox="1"/>
          <p:nvPr/>
        </p:nvSpPr>
        <p:spPr>
          <a:xfrm>
            <a:off x="1772521" y="21794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436597-CCDA-E030-7C22-994C08CC5DBE}"/>
              </a:ext>
            </a:extLst>
          </p:cNvPr>
          <p:cNvSpPr txBox="1"/>
          <p:nvPr/>
        </p:nvSpPr>
        <p:spPr>
          <a:xfrm>
            <a:off x="1986835" y="21794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1B6058-43D1-301A-39D9-9AE4CF347CAC}"/>
              </a:ext>
            </a:extLst>
          </p:cNvPr>
          <p:cNvSpPr txBox="1"/>
          <p:nvPr/>
        </p:nvSpPr>
        <p:spPr>
          <a:xfrm>
            <a:off x="2201149" y="21794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" name="Группа 77">
            <a:extLst>
              <a:ext uri="{FF2B5EF4-FFF2-40B4-BE49-F238E27FC236}">
                <a16:creationId xmlns:a16="http://schemas.microsoft.com/office/drawing/2014/main" id="{44C925C1-43B7-009D-CC85-88ED6D5935FE}"/>
              </a:ext>
            </a:extLst>
          </p:cNvPr>
          <p:cNvGrpSpPr/>
          <p:nvPr/>
        </p:nvGrpSpPr>
        <p:grpSpPr>
          <a:xfrm>
            <a:off x="1319975" y="2331846"/>
            <a:ext cx="1668678" cy="770581"/>
            <a:chOff x="761868" y="4857757"/>
            <a:chExt cx="1668678" cy="770581"/>
          </a:xfrm>
        </p:grpSpPr>
        <p:grpSp>
          <p:nvGrpSpPr>
            <p:cNvPr id="38" name="Группа 78">
              <a:extLst>
                <a:ext uri="{FF2B5EF4-FFF2-40B4-BE49-F238E27FC236}">
                  <a16:creationId xmlns:a16="http://schemas.microsoft.com/office/drawing/2014/main" id="{DD7B0E24-4A2D-ACC4-6E35-2B9F0E0E495B}"/>
                </a:ext>
              </a:extLst>
            </p:cNvPr>
            <p:cNvGrpSpPr/>
            <p:nvPr/>
          </p:nvGrpSpPr>
          <p:grpSpPr>
            <a:xfrm>
              <a:off x="761868" y="4857757"/>
              <a:ext cx="1584000" cy="770581"/>
              <a:chOff x="552218" y="4929195"/>
              <a:chExt cx="1584000" cy="770581"/>
            </a:xfrm>
          </p:grpSpPr>
          <p:grpSp>
            <p:nvGrpSpPr>
              <p:cNvPr id="41" name="Группа 81">
                <a:extLst>
                  <a:ext uri="{FF2B5EF4-FFF2-40B4-BE49-F238E27FC236}">
                    <a16:creationId xmlns:a16="http://schemas.microsoft.com/office/drawing/2014/main" id="{FF598E62-7A9D-1658-5733-96967D712A4C}"/>
                  </a:ext>
                </a:extLst>
              </p:cNvPr>
              <p:cNvGrpSpPr/>
              <p:nvPr/>
            </p:nvGrpSpPr>
            <p:grpSpPr>
              <a:xfrm>
                <a:off x="785786" y="4929195"/>
                <a:ext cx="1287570" cy="338558"/>
                <a:chOff x="785786" y="4857760"/>
                <a:chExt cx="1287570" cy="429103"/>
              </a:xfrm>
            </p:grpSpPr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058F62B-6CA7-A341-247F-4A3EEC6DE196}"/>
                    </a:ext>
                  </a:extLst>
                </p:cNvPr>
                <p:cNvSpPr txBox="1"/>
                <p:nvPr/>
              </p:nvSpPr>
              <p:spPr>
                <a:xfrm>
                  <a:off x="785786" y="4857760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876F328-7051-B085-44E4-15B3B70AA08C}"/>
                    </a:ext>
                  </a:extLst>
                </p:cNvPr>
                <p:cNvSpPr txBox="1"/>
                <p:nvPr/>
              </p:nvSpPr>
              <p:spPr>
                <a:xfrm>
                  <a:off x="1000100" y="4857765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F11B793-78D0-82C1-01E3-F50A81C5D3B4}"/>
                    </a:ext>
                  </a:extLst>
                </p:cNvPr>
                <p:cNvSpPr txBox="1"/>
                <p:nvPr/>
              </p:nvSpPr>
              <p:spPr>
                <a:xfrm>
                  <a:off x="1214414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F9F6471-6F1E-8BC7-D6BD-1EBF9A26B387}"/>
                    </a:ext>
                  </a:extLst>
                </p:cNvPr>
                <p:cNvSpPr txBox="1"/>
                <p:nvPr/>
              </p:nvSpPr>
              <p:spPr>
                <a:xfrm>
                  <a:off x="1428728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B404D06-2E58-83EA-1419-EEE674FDCD35}"/>
                    </a:ext>
                  </a:extLst>
                </p:cNvPr>
                <p:cNvSpPr txBox="1"/>
                <p:nvPr/>
              </p:nvSpPr>
              <p:spPr>
                <a:xfrm>
                  <a:off x="1643042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D4B02B1-A1C3-0E9F-9984-4DD88A02DB6C}"/>
                    </a:ext>
                  </a:extLst>
                </p:cNvPr>
                <p:cNvSpPr txBox="1"/>
                <p:nvPr/>
              </p:nvSpPr>
              <p:spPr>
                <a:xfrm>
                  <a:off x="1857356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" name="Группа 82">
                <a:extLst>
                  <a:ext uri="{FF2B5EF4-FFF2-40B4-BE49-F238E27FC236}">
                    <a16:creationId xmlns:a16="http://schemas.microsoft.com/office/drawing/2014/main" id="{F996594F-4826-E847-035F-650BA16C7DD3}"/>
                  </a:ext>
                </a:extLst>
              </p:cNvPr>
              <p:cNvGrpSpPr/>
              <p:nvPr/>
            </p:nvGrpSpPr>
            <p:grpSpPr>
              <a:xfrm>
                <a:off x="785786" y="5286386"/>
                <a:ext cx="1287570" cy="338561"/>
                <a:chOff x="785786" y="4948296"/>
                <a:chExt cx="1287570" cy="429106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91888AA-CB2C-CA3F-E529-B0ED6E0B0DC2}"/>
                    </a:ext>
                  </a:extLst>
                </p:cNvPr>
                <p:cNvSpPr txBox="1"/>
                <p:nvPr/>
              </p:nvSpPr>
              <p:spPr>
                <a:xfrm>
                  <a:off x="785786" y="4948305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9357162-7F07-CBE8-81F6-AE425120CF66}"/>
                    </a:ext>
                  </a:extLst>
                </p:cNvPr>
                <p:cNvSpPr txBox="1"/>
                <p:nvPr/>
              </p:nvSpPr>
              <p:spPr>
                <a:xfrm>
                  <a:off x="1000100" y="4948300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826DBF7-1465-E2C9-B00E-E8599826BFE0}"/>
                    </a:ext>
                  </a:extLst>
                </p:cNvPr>
                <p:cNvSpPr txBox="1"/>
                <p:nvPr/>
              </p:nvSpPr>
              <p:spPr>
                <a:xfrm>
                  <a:off x="1214414" y="4948300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A45FCBC-DA3C-3CBD-6B6A-FAC7DA9F8A02}"/>
                    </a:ext>
                  </a:extLst>
                </p:cNvPr>
                <p:cNvSpPr txBox="1"/>
                <p:nvPr/>
              </p:nvSpPr>
              <p:spPr>
                <a:xfrm>
                  <a:off x="1428728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E112F24-EE1E-DFF0-D840-883660F86511}"/>
                    </a:ext>
                  </a:extLst>
                </p:cNvPr>
                <p:cNvSpPr txBox="1"/>
                <p:nvPr/>
              </p:nvSpPr>
              <p:spPr>
                <a:xfrm>
                  <a:off x="1643042" y="4948300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A586833-DD94-378E-5F16-D948C9F92F56}"/>
                    </a:ext>
                  </a:extLst>
                </p:cNvPr>
                <p:cNvSpPr txBox="1"/>
                <p:nvPr/>
              </p:nvSpPr>
              <p:spPr>
                <a:xfrm>
                  <a:off x="1857356" y="4948296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C2184E9-83C6-525B-4DB1-409ECDF8DBC2}"/>
                  </a:ext>
                </a:extLst>
              </p:cNvPr>
              <p:cNvSpPr txBox="1"/>
              <p:nvPr/>
            </p:nvSpPr>
            <p:spPr>
              <a:xfrm>
                <a:off x="569786" y="5090710"/>
                <a:ext cx="2160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endParaRPr 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4" name="Прямая соединительная линия 43">
                <a:extLst>
                  <a:ext uri="{FF2B5EF4-FFF2-40B4-BE49-F238E27FC236}">
                    <a16:creationId xmlns:a16="http://schemas.microsoft.com/office/drawing/2014/main" id="{A60C298C-35F3-E8A8-B583-49C543635FC6}"/>
                  </a:ext>
                </a:extLst>
              </p:cNvPr>
              <p:cNvCxnSpPr/>
              <p:nvPr/>
            </p:nvCxnSpPr>
            <p:spPr>
              <a:xfrm rot="10800000" flipH="1">
                <a:off x="552218" y="5698188"/>
                <a:ext cx="1584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45F5B7B-2AE0-3123-98B3-3199A853DEB2}"/>
                </a:ext>
              </a:extLst>
            </p:cNvPr>
            <p:cNvSpPr txBox="1"/>
            <p:nvPr/>
          </p:nvSpPr>
          <p:spPr>
            <a:xfrm>
              <a:off x="2214546" y="500063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0EC21E-16E8-5A3D-5A95-433D0738508D}"/>
                </a:ext>
              </a:extLst>
            </p:cNvPr>
            <p:cNvSpPr txBox="1"/>
            <p:nvPr/>
          </p:nvSpPr>
          <p:spPr>
            <a:xfrm>
              <a:off x="2214546" y="540354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41163AF-5794-2DB4-70F5-221B63497569}"/>
              </a:ext>
            </a:extLst>
          </p:cNvPr>
          <p:cNvSpPr txBox="1"/>
          <p:nvPr/>
        </p:nvSpPr>
        <p:spPr>
          <a:xfrm>
            <a:off x="2772653" y="3275782"/>
            <a:ext cx="216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8" name="Содержимое 40">
            <a:extLst>
              <a:ext uri="{FF2B5EF4-FFF2-40B4-BE49-F238E27FC236}">
                <a16:creationId xmlns:a16="http://schemas.microsoft.com/office/drawing/2014/main" id="{DC97B485-2F34-6364-FEB2-100D20A7E1F6}"/>
              </a:ext>
            </a:extLst>
          </p:cNvPr>
          <p:cNvSpPr txBox="1">
            <a:spLocks/>
          </p:cNvSpPr>
          <p:nvPr/>
        </p:nvSpPr>
        <p:spPr>
          <a:xfrm>
            <a:off x="858214" y="2298510"/>
            <a:ext cx="928693" cy="35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20000"/>
              </a:spcBef>
              <a:defRPr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559555-9B09-7FBB-05C8-F2EB268DECA1}"/>
              </a:ext>
            </a:extLst>
          </p:cNvPr>
          <p:cNvSpPr txBox="1"/>
          <p:nvPr/>
        </p:nvSpPr>
        <p:spPr>
          <a:xfrm>
            <a:off x="5491487" y="31082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CABE1A-DCF3-33E0-D50B-B6705B889BB9}"/>
              </a:ext>
            </a:extLst>
          </p:cNvPr>
          <p:cNvSpPr txBox="1"/>
          <p:nvPr/>
        </p:nvSpPr>
        <p:spPr>
          <a:xfrm>
            <a:off x="5705801" y="31082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131817-44C1-7A26-C918-0A7839B3741B}"/>
              </a:ext>
            </a:extLst>
          </p:cNvPr>
          <p:cNvSpPr txBox="1"/>
          <p:nvPr/>
        </p:nvSpPr>
        <p:spPr>
          <a:xfrm>
            <a:off x="5920115" y="31082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7CEA71-6A51-300E-5122-9EA52B36A788}"/>
              </a:ext>
            </a:extLst>
          </p:cNvPr>
          <p:cNvSpPr txBox="1"/>
          <p:nvPr/>
        </p:nvSpPr>
        <p:spPr>
          <a:xfrm>
            <a:off x="6134429" y="31082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5B2136-A4F5-5347-2B5C-94386CFECCB5}"/>
              </a:ext>
            </a:extLst>
          </p:cNvPr>
          <p:cNvSpPr txBox="1"/>
          <p:nvPr/>
        </p:nvSpPr>
        <p:spPr>
          <a:xfrm>
            <a:off x="6348743" y="31082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DED4C8-BC70-64F9-923D-4C16522EF209}"/>
              </a:ext>
            </a:extLst>
          </p:cNvPr>
          <p:cNvSpPr txBox="1"/>
          <p:nvPr/>
        </p:nvSpPr>
        <p:spPr>
          <a:xfrm>
            <a:off x="5281837" y="21513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88ADC6-65A0-EF39-09BF-08E0CCCA79E9}"/>
              </a:ext>
            </a:extLst>
          </p:cNvPr>
          <p:cNvSpPr txBox="1"/>
          <p:nvPr/>
        </p:nvSpPr>
        <p:spPr>
          <a:xfrm>
            <a:off x="5496151" y="21513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96CE94-A4DB-0E27-920F-5829E70E88B7}"/>
              </a:ext>
            </a:extLst>
          </p:cNvPr>
          <p:cNvSpPr txBox="1"/>
          <p:nvPr/>
        </p:nvSpPr>
        <p:spPr>
          <a:xfrm>
            <a:off x="5710465" y="21513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BB2BC9-CFCD-0148-B8BA-30FFD94ED5F2}"/>
              </a:ext>
            </a:extLst>
          </p:cNvPr>
          <p:cNvSpPr txBox="1"/>
          <p:nvPr/>
        </p:nvSpPr>
        <p:spPr>
          <a:xfrm>
            <a:off x="6139093" y="21513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145">
            <a:extLst>
              <a:ext uri="{FF2B5EF4-FFF2-40B4-BE49-F238E27FC236}">
                <a16:creationId xmlns:a16="http://schemas.microsoft.com/office/drawing/2014/main" id="{2C51822F-4FCA-F738-5DBA-B24D5940E706}"/>
              </a:ext>
            </a:extLst>
          </p:cNvPr>
          <p:cNvGrpSpPr/>
          <p:nvPr/>
        </p:nvGrpSpPr>
        <p:grpSpPr>
          <a:xfrm>
            <a:off x="5043605" y="2303746"/>
            <a:ext cx="1668678" cy="770581"/>
            <a:chOff x="761868" y="4857757"/>
            <a:chExt cx="1668678" cy="770581"/>
          </a:xfrm>
        </p:grpSpPr>
        <p:grpSp>
          <p:nvGrpSpPr>
            <p:cNvPr id="69" name="Группа 146">
              <a:extLst>
                <a:ext uri="{FF2B5EF4-FFF2-40B4-BE49-F238E27FC236}">
                  <a16:creationId xmlns:a16="http://schemas.microsoft.com/office/drawing/2014/main" id="{D6555CB2-A129-E17F-24BA-D92A7DEA1B41}"/>
                </a:ext>
              </a:extLst>
            </p:cNvPr>
            <p:cNvGrpSpPr/>
            <p:nvPr/>
          </p:nvGrpSpPr>
          <p:grpSpPr>
            <a:xfrm>
              <a:off x="761868" y="4857757"/>
              <a:ext cx="1584000" cy="770581"/>
              <a:chOff x="552218" y="4929195"/>
              <a:chExt cx="1584000" cy="770581"/>
            </a:xfrm>
          </p:grpSpPr>
          <p:grpSp>
            <p:nvGrpSpPr>
              <p:cNvPr id="72" name="Группа 149">
                <a:extLst>
                  <a:ext uri="{FF2B5EF4-FFF2-40B4-BE49-F238E27FC236}">
                    <a16:creationId xmlns:a16="http://schemas.microsoft.com/office/drawing/2014/main" id="{33FE0983-E66A-CA4F-A1D2-AA4633918B3B}"/>
                  </a:ext>
                </a:extLst>
              </p:cNvPr>
              <p:cNvGrpSpPr/>
              <p:nvPr/>
            </p:nvGrpSpPr>
            <p:grpSpPr>
              <a:xfrm>
                <a:off x="785786" y="4929195"/>
                <a:ext cx="1287570" cy="338558"/>
                <a:chOff x="785786" y="4857760"/>
                <a:chExt cx="1287570" cy="429103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6B59D9C-EA82-583C-D5AD-F419033D61E9}"/>
                    </a:ext>
                  </a:extLst>
                </p:cNvPr>
                <p:cNvSpPr txBox="1"/>
                <p:nvPr/>
              </p:nvSpPr>
              <p:spPr>
                <a:xfrm>
                  <a:off x="785786" y="4857760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A52D7FAC-0136-8052-988B-8C3F00857E97}"/>
                    </a:ext>
                  </a:extLst>
                </p:cNvPr>
                <p:cNvSpPr txBox="1"/>
                <p:nvPr/>
              </p:nvSpPr>
              <p:spPr>
                <a:xfrm>
                  <a:off x="1000100" y="4857765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F65DAF04-40E5-D2EC-A440-B1637324F487}"/>
                    </a:ext>
                  </a:extLst>
                </p:cNvPr>
                <p:cNvSpPr txBox="1"/>
                <p:nvPr/>
              </p:nvSpPr>
              <p:spPr>
                <a:xfrm>
                  <a:off x="1214414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C103975E-3649-35C5-3177-563C64616B2C}"/>
                    </a:ext>
                  </a:extLst>
                </p:cNvPr>
                <p:cNvSpPr txBox="1"/>
                <p:nvPr/>
              </p:nvSpPr>
              <p:spPr>
                <a:xfrm>
                  <a:off x="1428728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4F7651B-2326-7A65-F191-F8918FA5D43A}"/>
                    </a:ext>
                  </a:extLst>
                </p:cNvPr>
                <p:cNvSpPr txBox="1"/>
                <p:nvPr/>
              </p:nvSpPr>
              <p:spPr>
                <a:xfrm>
                  <a:off x="1643042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5AE8FB9-AD18-27B9-5F9D-5BA4800EE413}"/>
                    </a:ext>
                  </a:extLst>
                </p:cNvPr>
                <p:cNvSpPr txBox="1"/>
                <p:nvPr/>
              </p:nvSpPr>
              <p:spPr>
                <a:xfrm>
                  <a:off x="1857356" y="4857764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" name="Группа 150">
                <a:extLst>
                  <a:ext uri="{FF2B5EF4-FFF2-40B4-BE49-F238E27FC236}">
                    <a16:creationId xmlns:a16="http://schemas.microsoft.com/office/drawing/2014/main" id="{5A52B0D3-F15B-868C-06AD-B0F7CCA61CE4}"/>
                  </a:ext>
                </a:extLst>
              </p:cNvPr>
              <p:cNvGrpSpPr/>
              <p:nvPr/>
            </p:nvGrpSpPr>
            <p:grpSpPr>
              <a:xfrm>
                <a:off x="785786" y="5286379"/>
                <a:ext cx="1287570" cy="338563"/>
                <a:chOff x="785786" y="4948296"/>
                <a:chExt cx="1287570" cy="429109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17E45616-2128-6DFC-BD1A-49502D9E6C91}"/>
                    </a:ext>
                  </a:extLst>
                </p:cNvPr>
                <p:cNvSpPr txBox="1"/>
                <p:nvPr/>
              </p:nvSpPr>
              <p:spPr>
                <a:xfrm>
                  <a:off x="785786" y="4948304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3DF5FD7-B967-8BEF-DB95-137371349CE6}"/>
                    </a:ext>
                  </a:extLst>
                </p:cNvPr>
                <p:cNvSpPr txBox="1"/>
                <p:nvPr/>
              </p:nvSpPr>
              <p:spPr>
                <a:xfrm>
                  <a:off x="1000100" y="4948307"/>
                  <a:ext cx="216000" cy="4290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2BEB63E1-1FF3-7535-1208-883CDE97DC65}"/>
                    </a:ext>
                  </a:extLst>
                </p:cNvPr>
                <p:cNvSpPr txBox="1"/>
                <p:nvPr/>
              </p:nvSpPr>
              <p:spPr>
                <a:xfrm>
                  <a:off x="1214414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1F4A16EF-1609-A8C2-54C9-0DC7953CC9F6}"/>
                    </a:ext>
                  </a:extLst>
                </p:cNvPr>
                <p:cNvSpPr txBox="1"/>
                <p:nvPr/>
              </p:nvSpPr>
              <p:spPr>
                <a:xfrm>
                  <a:off x="1428728" y="4948301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3FE3B2C-06A2-1C57-0D92-9750A41AD46A}"/>
                    </a:ext>
                  </a:extLst>
                </p:cNvPr>
                <p:cNvSpPr txBox="1"/>
                <p:nvPr/>
              </p:nvSpPr>
              <p:spPr>
                <a:xfrm>
                  <a:off x="1643042" y="4948299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67A070-3E59-A337-E2CE-695519E25598}"/>
                    </a:ext>
                  </a:extLst>
                </p:cNvPr>
                <p:cNvSpPr txBox="1"/>
                <p:nvPr/>
              </p:nvSpPr>
              <p:spPr>
                <a:xfrm>
                  <a:off x="1857356" y="4948296"/>
                  <a:ext cx="216000" cy="4290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F38517-E593-BFA0-F1CF-90F426C5897E}"/>
                  </a:ext>
                </a:extLst>
              </p:cNvPr>
              <p:cNvSpPr txBox="1"/>
              <p:nvPr/>
            </p:nvSpPr>
            <p:spPr>
              <a:xfrm>
                <a:off x="569786" y="5090710"/>
                <a:ext cx="2160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endParaRPr 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5" name="Прямая соединительная линия 74">
                <a:extLst>
                  <a:ext uri="{FF2B5EF4-FFF2-40B4-BE49-F238E27FC236}">
                    <a16:creationId xmlns:a16="http://schemas.microsoft.com/office/drawing/2014/main" id="{40AD4813-E074-2972-CDCF-1E8F8D98CF64}"/>
                  </a:ext>
                </a:extLst>
              </p:cNvPr>
              <p:cNvCxnSpPr/>
              <p:nvPr/>
            </p:nvCxnSpPr>
            <p:spPr>
              <a:xfrm rot="10800000" flipH="1">
                <a:off x="552218" y="5698188"/>
                <a:ext cx="1584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9B8FFA3-1431-2493-7696-D67AC082A80D}"/>
                </a:ext>
              </a:extLst>
            </p:cNvPr>
            <p:cNvSpPr txBox="1"/>
            <p:nvPr/>
          </p:nvSpPr>
          <p:spPr>
            <a:xfrm>
              <a:off x="2214546" y="500063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7FCE4B3-E94E-FEA4-40D1-3F15A7258913}"/>
                </a:ext>
              </a:extLst>
            </p:cNvPr>
            <p:cNvSpPr txBox="1"/>
            <p:nvPr/>
          </p:nvSpPr>
          <p:spPr>
            <a:xfrm>
              <a:off x="2214546" y="5403546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9C889433-1306-F809-42D8-4689D3D2F182}"/>
              </a:ext>
            </a:extLst>
          </p:cNvPr>
          <p:cNvSpPr txBox="1"/>
          <p:nvPr/>
        </p:nvSpPr>
        <p:spPr>
          <a:xfrm>
            <a:off x="6496283" y="3247682"/>
            <a:ext cx="216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Содержимое 40">
            <a:extLst>
              <a:ext uri="{FF2B5EF4-FFF2-40B4-BE49-F238E27FC236}">
                <a16:creationId xmlns:a16="http://schemas.microsoft.com/office/drawing/2014/main" id="{249A0942-7ACB-827D-9F89-4A4961903A44}"/>
              </a:ext>
            </a:extLst>
          </p:cNvPr>
          <p:cNvSpPr txBox="1">
            <a:spLocks/>
          </p:cNvSpPr>
          <p:nvPr/>
        </p:nvSpPr>
        <p:spPr>
          <a:xfrm>
            <a:off x="4581844" y="2270410"/>
            <a:ext cx="928693" cy="35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20000"/>
              </a:spcBef>
              <a:defRPr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E98A3F6-8828-0FC2-E795-185ADC7ECD5D}"/>
              </a:ext>
            </a:extLst>
          </p:cNvPr>
          <p:cNvSpPr txBox="1"/>
          <p:nvPr/>
        </p:nvSpPr>
        <p:spPr>
          <a:xfrm>
            <a:off x="9190113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ED862F-C21E-66C7-A2E4-DB856FE215A2}"/>
              </a:ext>
            </a:extLst>
          </p:cNvPr>
          <p:cNvSpPr txBox="1"/>
          <p:nvPr/>
        </p:nvSpPr>
        <p:spPr>
          <a:xfrm>
            <a:off x="9404427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E9BD543-88BF-B95B-8642-9B78CE217365}"/>
              </a:ext>
            </a:extLst>
          </p:cNvPr>
          <p:cNvSpPr txBox="1"/>
          <p:nvPr/>
        </p:nvSpPr>
        <p:spPr>
          <a:xfrm>
            <a:off x="9618741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C8A8BE-DC70-C5B0-062C-A77DAD68851B}"/>
              </a:ext>
            </a:extLst>
          </p:cNvPr>
          <p:cNvSpPr txBox="1"/>
          <p:nvPr/>
        </p:nvSpPr>
        <p:spPr>
          <a:xfrm>
            <a:off x="9833055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2918176-1894-4AB0-6485-D11469C927FE}"/>
              </a:ext>
            </a:extLst>
          </p:cNvPr>
          <p:cNvSpPr txBox="1"/>
          <p:nvPr/>
        </p:nvSpPr>
        <p:spPr>
          <a:xfrm>
            <a:off x="10047369" y="3136302"/>
            <a:ext cx="21600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51749C-C06C-E4E6-D0C8-DEB0AA18B797}"/>
              </a:ext>
            </a:extLst>
          </p:cNvPr>
          <p:cNvSpPr txBox="1"/>
          <p:nvPr/>
        </p:nvSpPr>
        <p:spPr>
          <a:xfrm>
            <a:off x="9624228" y="21794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B897A1B-2251-2DD2-39A9-D37037795D23}"/>
              </a:ext>
            </a:extLst>
          </p:cNvPr>
          <p:cNvSpPr txBox="1"/>
          <p:nvPr/>
        </p:nvSpPr>
        <p:spPr>
          <a:xfrm>
            <a:off x="10218355" y="3275782"/>
            <a:ext cx="216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Содержимое 40">
            <a:extLst>
              <a:ext uri="{FF2B5EF4-FFF2-40B4-BE49-F238E27FC236}">
                <a16:creationId xmlns:a16="http://schemas.microsoft.com/office/drawing/2014/main" id="{3A8F9816-E942-63C7-B3CB-1545F3127B2E}"/>
              </a:ext>
            </a:extLst>
          </p:cNvPr>
          <p:cNvSpPr txBox="1">
            <a:spLocks/>
          </p:cNvSpPr>
          <p:nvPr/>
        </p:nvSpPr>
        <p:spPr>
          <a:xfrm>
            <a:off x="8351908" y="2298510"/>
            <a:ext cx="928693" cy="35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20000"/>
              </a:spcBef>
              <a:defRPr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AEEA356-B2DB-424E-955B-6A30A0C1DC46}"/>
              </a:ext>
            </a:extLst>
          </p:cNvPr>
          <p:cNvSpPr txBox="1"/>
          <p:nvPr/>
        </p:nvSpPr>
        <p:spPr>
          <a:xfrm>
            <a:off x="1564560" y="2178932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FF7C933-BE99-4C0F-2855-430DEAEFFBB3}"/>
              </a:ext>
            </a:extLst>
          </p:cNvPr>
          <p:cNvSpPr txBox="1"/>
          <p:nvPr/>
        </p:nvSpPr>
        <p:spPr>
          <a:xfrm>
            <a:off x="5712151" y="21513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319C400-F7A9-33CB-7425-66C022EDBDFF}"/>
              </a:ext>
            </a:extLst>
          </p:cNvPr>
          <p:cNvSpPr txBox="1"/>
          <p:nvPr/>
        </p:nvSpPr>
        <p:spPr>
          <a:xfrm>
            <a:off x="5283523" y="2151353"/>
            <a:ext cx="2160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1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28" grpId="0"/>
      <p:bldP spid="29" grpId="0"/>
      <p:bldP spid="30" grpId="0"/>
      <p:bldP spid="31" grpId="0"/>
      <p:bldP spid="32" grpId="0"/>
      <p:bldP spid="35" grpId="0"/>
      <p:bldP spid="36" grpId="0"/>
      <p:bldP spid="57" grpId="0"/>
      <p:bldP spid="59" grpId="0"/>
      <p:bldP spid="60" grpId="0"/>
      <p:bldP spid="61" grpId="0"/>
      <p:bldP spid="62" grpId="0"/>
      <p:bldP spid="63" grpId="0"/>
      <p:bldP spid="6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4EA08-6225-0181-63E6-CE368740EAC3}"/>
              </a:ext>
            </a:extLst>
          </p:cNvPr>
          <p:cNvSpPr txBox="1">
            <a:spLocks/>
          </p:cNvSpPr>
          <p:nvPr/>
        </p:nvSpPr>
        <p:spPr>
          <a:xfrm>
            <a:off x="1743234" y="412329"/>
            <a:ext cx="9787703" cy="1325563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РЕШИТЕ САМОСТОЯТЕЛЬНО</a:t>
            </a:r>
            <a:endParaRPr lang="ru-RU" sz="28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B288494-090F-F9FD-472F-00928D5BEECB}"/>
              </a:ext>
            </a:extLst>
          </p:cNvPr>
          <p:cNvGrpSpPr/>
          <p:nvPr/>
        </p:nvGrpSpPr>
        <p:grpSpPr>
          <a:xfrm>
            <a:off x="4954262" y="2421931"/>
            <a:ext cx="2130440" cy="803916"/>
            <a:chOff x="3441692" y="2047859"/>
            <a:chExt cx="2130440" cy="803916"/>
          </a:xfrm>
        </p:grpSpPr>
        <p:grpSp>
          <p:nvGrpSpPr>
            <p:cNvPr id="4" name="Группа 67">
              <a:extLst>
                <a:ext uri="{FF2B5EF4-FFF2-40B4-BE49-F238E27FC236}">
                  <a16:creationId xmlns:a16="http://schemas.microsoft.com/office/drawing/2014/main" id="{D8901D23-43E2-0DDF-DD1F-75352AA4CCA7}"/>
                </a:ext>
              </a:extLst>
            </p:cNvPr>
            <p:cNvGrpSpPr/>
            <p:nvPr/>
          </p:nvGrpSpPr>
          <p:grpSpPr>
            <a:xfrm>
              <a:off x="3903454" y="2081194"/>
              <a:ext cx="1668678" cy="770581"/>
              <a:chOff x="761868" y="4857757"/>
              <a:chExt cx="1668678" cy="770581"/>
            </a:xfrm>
          </p:grpSpPr>
          <p:grpSp>
            <p:nvGrpSpPr>
              <p:cNvPr id="6" name="Группа 146">
                <a:extLst>
                  <a:ext uri="{FF2B5EF4-FFF2-40B4-BE49-F238E27FC236}">
                    <a16:creationId xmlns:a16="http://schemas.microsoft.com/office/drawing/2014/main" id="{38E22C4B-58F7-0EE1-8C25-F7CE104FC1C5}"/>
                  </a:ext>
                </a:extLst>
              </p:cNvPr>
              <p:cNvGrpSpPr/>
              <p:nvPr/>
            </p:nvGrpSpPr>
            <p:grpSpPr>
              <a:xfrm>
                <a:off x="761868" y="4857757"/>
                <a:ext cx="1584000" cy="770581"/>
                <a:chOff x="552218" y="4929195"/>
                <a:chExt cx="1584000" cy="770581"/>
              </a:xfrm>
            </p:grpSpPr>
            <p:grpSp>
              <p:nvGrpSpPr>
                <p:cNvPr id="9" name="Группа 149">
                  <a:extLst>
                    <a:ext uri="{FF2B5EF4-FFF2-40B4-BE49-F238E27FC236}">
                      <a16:creationId xmlns:a16="http://schemas.microsoft.com/office/drawing/2014/main" id="{EE1EA982-D294-48CA-2A8E-EDC1192A349D}"/>
                    </a:ext>
                  </a:extLst>
                </p:cNvPr>
                <p:cNvGrpSpPr/>
                <p:nvPr/>
              </p:nvGrpSpPr>
              <p:grpSpPr>
                <a:xfrm>
                  <a:off x="785786" y="4929195"/>
                  <a:ext cx="1287570" cy="338558"/>
                  <a:chOff x="785786" y="4857760"/>
                  <a:chExt cx="1287570" cy="429103"/>
                </a:xfrm>
              </p:grpSpPr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DAF8372-369D-6B5D-1AD5-679A85EBD060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857760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7A41CB6-F3AE-6BB5-F1A7-4B68AF259870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857765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EF22BCF-C3D5-0B41-3E51-0BA07F804E39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B40C282-AC84-D390-E80F-96BDFB3C48D0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2359E97F-DA35-E4F6-209C-0E8E1AE1A08E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C18C4BA-D32D-CCAF-8D52-E28836BD024F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" name="Группа 150">
                  <a:extLst>
                    <a:ext uri="{FF2B5EF4-FFF2-40B4-BE49-F238E27FC236}">
                      <a16:creationId xmlns:a16="http://schemas.microsoft.com/office/drawing/2014/main" id="{E791C1C7-1662-009A-CF2F-CF2D6A2F2911}"/>
                    </a:ext>
                  </a:extLst>
                </p:cNvPr>
                <p:cNvGrpSpPr/>
                <p:nvPr/>
              </p:nvGrpSpPr>
              <p:grpSpPr>
                <a:xfrm>
                  <a:off x="785786" y="5286373"/>
                  <a:ext cx="1287570" cy="339927"/>
                  <a:chOff x="785786" y="4948296"/>
                  <a:chExt cx="1287570" cy="430838"/>
                </a:xfrm>
              </p:grpSpPr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FD2B508-162E-C25C-9165-646EA7D78A4F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948305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747BA4A-ADE7-2789-58C0-A8B1ACDAEEC0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A17EF50-BCA4-C85C-7D09-EDFC11D535A0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DC37756-80E8-EBC0-F6EF-4ADD3F2E915D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F9B33224-5140-DFE7-2601-A255A6754824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948299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84736C87-C0C7-0A34-A0C5-08E2E126D7C5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948296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59AABB0-93D9-4958-9A6F-F9F004A55F2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6450" y="4950037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1329756-96C8-CB3D-C081-6448BC00B728}"/>
                    </a:ext>
                  </a:extLst>
                </p:cNvPr>
                <p:cNvSpPr txBox="1"/>
                <p:nvPr/>
              </p:nvSpPr>
              <p:spPr>
                <a:xfrm>
                  <a:off x="569786" y="5090710"/>
                  <a:ext cx="216000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</a:p>
              </p:txBody>
            </p:sp>
            <p:cxnSp>
              <p:nvCxnSpPr>
                <p:cNvPr id="12" name="Прямая соединительная линия 11">
                  <a:extLst>
                    <a:ext uri="{FF2B5EF4-FFF2-40B4-BE49-F238E27FC236}">
                      <a16:creationId xmlns:a16="http://schemas.microsoft.com/office/drawing/2014/main" id="{16C09AEE-D544-8C3E-F97F-3DEEA6B28F5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52218" y="5698188"/>
                  <a:ext cx="158400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3CF947-6F27-9EA1-9B77-9BEF1A38669F}"/>
                  </a:ext>
                </a:extLst>
              </p:cNvPr>
              <p:cNvSpPr txBox="1"/>
              <p:nvPr/>
            </p:nvSpPr>
            <p:spPr>
              <a:xfrm>
                <a:off x="2214546" y="500063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FB8734-DB28-BC8E-F01B-228FA659AA2B}"/>
                  </a:ext>
                </a:extLst>
              </p:cNvPr>
              <p:cNvSpPr txBox="1"/>
              <p:nvPr/>
            </p:nvSpPr>
            <p:spPr>
              <a:xfrm>
                <a:off x="2214546" y="540354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Содержимое 40">
              <a:extLst>
                <a:ext uri="{FF2B5EF4-FFF2-40B4-BE49-F238E27FC236}">
                  <a16:creationId xmlns:a16="http://schemas.microsoft.com/office/drawing/2014/main" id="{306CD2FE-B25B-EB4C-0340-EA6FB094F8BE}"/>
                </a:ext>
              </a:extLst>
            </p:cNvPr>
            <p:cNvSpPr txBox="1">
              <a:spLocks/>
            </p:cNvSpPr>
            <p:nvPr/>
          </p:nvSpPr>
          <p:spPr>
            <a:xfrm>
              <a:off x="3441692" y="2047859"/>
              <a:ext cx="928693" cy="3571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just">
                <a:spcBef>
                  <a:spcPct val="20000"/>
                </a:spcBef>
                <a:defRPr/>
              </a:pP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1E2C5DC1-86D6-F014-1800-147349565237}"/>
              </a:ext>
            </a:extLst>
          </p:cNvPr>
          <p:cNvGrpSpPr/>
          <p:nvPr/>
        </p:nvGrpSpPr>
        <p:grpSpPr>
          <a:xfrm>
            <a:off x="7776614" y="2421931"/>
            <a:ext cx="2094171" cy="803916"/>
            <a:chOff x="6264043" y="2047859"/>
            <a:chExt cx="2094171" cy="803916"/>
          </a:xfrm>
        </p:grpSpPr>
        <p:grpSp>
          <p:nvGrpSpPr>
            <p:cNvPr id="27" name="Группа 98">
              <a:extLst>
                <a:ext uri="{FF2B5EF4-FFF2-40B4-BE49-F238E27FC236}">
                  <a16:creationId xmlns:a16="http://schemas.microsoft.com/office/drawing/2014/main" id="{BF583797-1ACC-7C51-1CC4-FCB9A10AFA57}"/>
                </a:ext>
              </a:extLst>
            </p:cNvPr>
            <p:cNvGrpSpPr/>
            <p:nvPr/>
          </p:nvGrpSpPr>
          <p:grpSpPr>
            <a:xfrm>
              <a:off x="6786578" y="2081194"/>
              <a:ext cx="1571636" cy="770581"/>
              <a:chOff x="894079" y="4857757"/>
              <a:chExt cx="1571636" cy="770581"/>
            </a:xfrm>
          </p:grpSpPr>
          <p:grpSp>
            <p:nvGrpSpPr>
              <p:cNvPr id="29" name="Группа 214">
                <a:extLst>
                  <a:ext uri="{FF2B5EF4-FFF2-40B4-BE49-F238E27FC236}">
                    <a16:creationId xmlns:a16="http://schemas.microsoft.com/office/drawing/2014/main" id="{C65687FE-3295-7ABB-304E-7636936260E8}"/>
                  </a:ext>
                </a:extLst>
              </p:cNvPr>
              <p:cNvGrpSpPr/>
              <p:nvPr/>
            </p:nvGrpSpPr>
            <p:grpSpPr>
              <a:xfrm>
                <a:off x="894079" y="4857757"/>
                <a:ext cx="1451789" cy="770581"/>
                <a:chOff x="684429" y="4929195"/>
                <a:chExt cx="1451789" cy="770581"/>
              </a:xfrm>
            </p:grpSpPr>
            <p:grpSp>
              <p:nvGrpSpPr>
                <p:cNvPr id="32" name="Группа 217">
                  <a:extLst>
                    <a:ext uri="{FF2B5EF4-FFF2-40B4-BE49-F238E27FC236}">
                      <a16:creationId xmlns:a16="http://schemas.microsoft.com/office/drawing/2014/main" id="{6AEAE493-01BE-75F7-1940-5CF7FAE71A6F}"/>
                    </a:ext>
                  </a:extLst>
                </p:cNvPr>
                <p:cNvGrpSpPr/>
                <p:nvPr/>
              </p:nvGrpSpPr>
              <p:grpSpPr>
                <a:xfrm>
                  <a:off x="785786" y="4929195"/>
                  <a:ext cx="1287570" cy="338558"/>
                  <a:chOff x="785786" y="4857760"/>
                  <a:chExt cx="1287570" cy="429103"/>
                </a:xfrm>
              </p:grpSpPr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BE2D1770-6CF6-DC1E-AE7F-ADEA721D28F9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857760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7F72206-1383-A202-F1FB-43AC366AC31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857765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D2574CA-86C4-BB19-F0BB-5BE102C16BC5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E34C5341-9522-8D45-7CB9-D7C9BEFCB2E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339DB2A-1BA5-3C12-FC6F-DB3958E29307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F678758-53E6-4DE8-A184-7A066B995A48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8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" name="Группа 218">
                  <a:extLst>
                    <a:ext uri="{FF2B5EF4-FFF2-40B4-BE49-F238E27FC236}">
                      <a16:creationId xmlns:a16="http://schemas.microsoft.com/office/drawing/2014/main" id="{9EF93A58-C039-7C98-D639-04C993E34FDA}"/>
                    </a:ext>
                  </a:extLst>
                </p:cNvPr>
                <p:cNvGrpSpPr/>
                <p:nvPr/>
              </p:nvGrpSpPr>
              <p:grpSpPr>
                <a:xfrm>
                  <a:off x="785786" y="5286374"/>
                  <a:ext cx="1287570" cy="338563"/>
                  <a:chOff x="785786" y="4948296"/>
                  <a:chExt cx="1287570" cy="429109"/>
                </a:xfrm>
              </p:grpSpPr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360B026-AA1B-5081-DF7A-2A2A32B9111C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948304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27C0E684-CBB1-41A8-628A-0D4A3CEC8A6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948307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4EC73121-3536-4241-0B43-68C04A4895D6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8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31C4081C-8A17-FF99-9218-42006ED5CB8A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F4F8AE6-4999-CB21-949C-7A8DA0B92704}"/>
                      </a:ext>
                    </a:extLst>
                  </p:cNvPr>
                  <p:cNvSpPr txBox="1"/>
                  <p:nvPr/>
                </p:nvSpPr>
                <p:spPr>
                  <a:xfrm>
                    <a:off x="1653928" y="4948299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FE087C4-CF0C-0948-E666-0FB81A178761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948296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E6CE4054-2436-1E68-CB98-651231F83144}"/>
                      </a:ext>
                    </a:extLst>
                  </p:cNvPr>
                  <p:cNvSpPr txBox="1"/>
                  <p:nvPr/>
                </p:nvSpPr>
                <p:spPr>
                  <a:xfrm>
                    <a:off x="991953" y="4948301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E6EFD44-37BE-0746-9029-9AEDAF442296}"/>
                    </a:ext>
                  </a:extLst>
                </p:cNvPr>
                <p:cNvSpPr txBox="1"/>
                <p:nvPr/>
              </p:nvSpPr>
              <p:spPr>
                <a:xfrm>
                  <a:off x="684429" y="5090710"/>
                  <a:ext cx="216000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</a:p>
              </p:txBody>
            </p:sp>
            <p:cxnSp>
              <p:nvCxnSpPr>
                <p:cNvPr id="35" name="Прямая соединительная линия 34">
                  <a:extLst>
                    <a:ext uri="{FF2B5EF4-FFF2-40B4-BE49-F238E27FC236}">
                      <a16:creationId xmlns:a16="http://schemas.microsoft.com/office/drawing/2014/main" id="{5CCE37D1-544D-CA9D-92A6-808BFFDA7366}"/>
                    </a:ext>
                  </a:extLst>
                </p:cNvPr>
                <p:cNvCxnSpPr/>
                <p:nvPr/>
              </p:nvCxnSpPr>
              <p:spPr>
                <a:xfrm rot="10800000" flipH="1">
                  <a:off x="696218" y="5698188"/>
                  <a:ext cx="144000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5B0A41-F066-252C-4447-C65878381FE7}"/>
                  </a:ext>
                </a:extLst>
              </p:cNvPr>
              <p:cNvSpPr txBox="1"/>
              <p:nvPr/>
            </p:nvSpPr>
            <p:spPr>
              <a:xfrm>
                <a:off x="2249715" y="500063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F83B9B-CDEF-7289-AAE1-ADDCF3F2488A}"/>
                  </a:ext>
                </a:extLst>
              </p:cNvPr>
              <p:cNvSpPr txBox="1"/>
              <p:nvPr/>
            </p:nvSpPr>
            <p:spPr>
              <a:xfrm>
                <a:off x="2249715" y="540354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" name="Содержимое 40">
              <a:extLst>
                <a:ext uri="{FF2B5EF4-FFF2-40B4-BE49-F238E27FC236}">
                  <a16:creationId xmlns:a16="http://schemas.microsoft.com/office/drawing/2014/main" id="{516BD8EF-0406-CC97-92DA-DCD739899340}"/>
                </a:ext>
              </a:extLst>
            </p:cNvPr>
            <p:cNvSpPr txBox="1">
              <a:spLocks/>
            </p:cNvSpPr>
            <p:nvPr/>
          </p:nvSpPr>
          <p:spPr>
            <a:xfrm>
              <a:off x="6264043" y="2047859"/>
              <a:ext cx="928693" cy="3571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just">
                <a:spcBef>
                  <a:spcPct val="20000"/>
                </a:spcBef>
                <a:defRPr/>
              </a:pP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4F7F65D0-1C63-47F9-7205-8572DD4297C0}"/>
              </a:ext>
            </a:extLst>
          </p:cNvPr>
          <p:cNvGrpSpPr/>
          <p:nvPr/>
        </p:nvGrpSpPr>
        <p:grpSpPr>
          <a:xfrm>
            <a:off x="2863511" y="3259723"/>
            <a:ext cx="6995551" cy="338554"/>
            <a:chOff x="1350940" y="2885651"/>
            <a:chExt cx="6995551" cy="33855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B56239-9D44-62C4-FD15-A09CBB481047}"/>
                </a:ext>
              </a:extLst>
            </p:cNvPr>
            <p:cNvSpPr txBox="1"/>
            <p:nvPr/>
          </p:nvSpPr>
          <p:spPr>
            <a:xfrm>
              <a:off x="2570050" y="3025131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78C2543-E7E2-72C7-866D-5A9AD34A69C1}"/>
                </a:ext>
              </a:extLst>
            </p:cNvPr>
            <p:cNvSpPr txBox="1"/>
            <p:nvPr/>
          </p:nvSpPr>
          <p:spPr>
            <a:xfrm>
              <a:off x="4137022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704094-C28E-C481-6C1D-E1972E9E4290}"/>
                </a:ext>
              </a:extLst>
            </p:cNvPr>
            <p:cNvSpPr txBox="1"/>
            <p:nvPr/>
          </p:nvSpPr>
          <p:spPr>
            <a:xfrm>
              <a:off x="4351336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BF2244-E873-E2F2-4668-525A2FA8F146}"/>
                </a:ext>
              </a:extLst>
            </p:cNvPr>
            <p:cNvSpPr txBox="1"/>
            <p:nvPr/>
          </p:nvSpPr>
          <p:spPr>
            <a:xfrm>
              <a:off x="4565650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56EB58-10A0-92E9-919B-012FCAD03581}"/>
                </a:ext>
              </a:extLst>
            </p:cNvPr>
            <p:cNvSpPr txBox="1"/>
            <p:nvPr/>
          </p:nvSpPr>
          <p:spPr>
            <a:xfrm>
              <a:off x="4779964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CDFCFFA-0F21-B8D1-ABDE-DA53D431E31C}"/>
                </a:ext>
              </a:extLst>
            </p:cNvPr>
            <p:cNvSpPr txBox="1"/>
            <p:nvPr/>
          </p:nvSpPr>
          <p:spPr>
            <a:xfrm>
              <a:off x="4994278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9F66F2-F37D-A876-5237-3F4333865DCC}"/>
                </a:ext>
              </a:extLst>
            </p:cNvPr>
            <p:cNvSpPr txBox="1"/>
            <p:nvPr/>
          </p:nvSpPr>
          <p:spPr>
            <a:xfrm>
              <a:off x="5208592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B93D63-3053-16D9-1996-37C42E8F3C38}"/>
                </a:ext>
              </a:extLst>
            </p:cNvPr>
            <p:cNvSpPr txBox="1"/>
            <p:nvPr/>
          </p:nvSpPr>
          <p:spPr>
            <a:xfrm>
              <a:off x="5356132" y="3025131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649C18-AB58-4719-95B9-C4B5D408334C}"/>
                </a:ext>
              </a:extLst>
            </p:cNvPr>
            <p:cNvSpPr txBox="1"/>
            <p:nvPr/>
          </p:nvSpPr>
          <p:spPr>
            <a:xfrm>
              <a:off x="7102249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D75B673-CFF9-72CD-28C6-4E1C8BD74532}"/>
                </a:ext>
              </a:extLst>
            </p:cNvPr>
            <p:cNvSpPr txBox="1"/>
            <p:nvPr/>
          </p:nvSpPr>
          <p:spPr>
            <a:xfrm>
              <a:off x="7316563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42BEF85-C416-5892-2875-AC0C23A17AC9}"/>
                </a:ext>
              </a:extLst>
            </p:cNvPr>
            <p:cNvSpPr txBox="1"/>
            <p:nvPr/>
          </p:nvSpPr>
          <p:spPr>
            <a:xfrm>
              <a:off x="7530877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DBC9FA5-9109-C20C-B5D3-0B0D0B65BB46}"/>
                </a:ext>
              </a:extLst>
            </p:cNvPr>
            <p:cNvSpPr txBox="1"/>
            <p:nvPr/>
          </p:nvSpPr>
          <p:spPr>
            <a:xfrm>
              <a:off x="7745191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50EDF1-2A7F-D425-29EC-E5A2B8DC081C}"/>
                </a:ext>
              </a:extLst>
            </p:cNvPr>
            <p:cNvSpPr txBox="1"/>
            <p:nvPr/>
          </p:nvSpPr>
          <p:spPr>
            <a:xfrm>
              <a:off x="7959505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5ACE28-CF78-F924-0047-27671F559EA2}"/>
                </a:ext>
              </a:extLst>
            </p:cNvPr>
            <p:cNvSpPr txBox="1"/>
            <p:nvPr/>
          </p:nvSpPr>
          <p:spPr>
            <a:xfrm>
              <a:off x="8130491" y="3025131"/>
              <a:ext cx="216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ru-RU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9C64923-8375-0B64-1A9B-E1501249146D}"/>
                </a:ext>
              </a:extLst>
            </p:cNvPr>
            <p:cNvSpPr txBox="1"/>
            <p:nvPr/>
          </p:nvSpPr>
          <p:spPr>
            <a:xfrm>
              <a:off x="1350940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3BF5504-32C8-E078-B282-0C40F6A042BB}"/>
                </a:ext>
              </a:extLst>
            </p:cNvPr>
            <p:cNvSpPr txBox="1"/>
            <p:nvPr/>
          </p:nvSpPr>
          <p:spPr>
            <a:xfrm>
              <a:off x="1565254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46DAB78-DFFC-4841-A089-BC19C15E7FC5}"/>
                </a:ext>
              </a:extLst>
            </p:cNvPr>
            <p:cNvSpPr txBox="1"/>
            <p:nvPr/>
          </p:nvSpPr>
          <p:spPr>
            <a:xfrm>
              <a:off x="1779568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DA18BC-F77D-DD7B-8F65-E5A54AA0C1AD}"/>
                </a:ext>
              </a:extLst>
            </p:cNvPr>
            <p:cNvSpPr txBox="1"/>
            <p:nvPr/>
          </p:nvSpPr>
          <p:spPr>
            <a:xfrm>
              <a:off x="1993882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7D8001D-11AA-E2C5-FF87-26C8815D4E32}"/>
                </a:ext>
              </a:extLst>
            </p:cNvPr>
            <p:cNvSpPr txBox="1"/>
            <p:nvPr/>
          </p:nvSpPr>
          <p:spPr>
            <a:xfrm>
              <a:off x="2208196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FC6BFFC-B766-B43F-9628-10D6B5EA20A2}"/>
                </a:ext>
              </a:extLst>
            </p:cNvPr>
            <p:cNvSpPr txBox="1"/>
            <p:nvPr/>
          </p:nvSpPr>
          <p:spPr>
            <a:xfrm>
              <a:off x="2422510" y="2885651"/>
              <a:ext cx="216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30329C16-6186-C80B-1FCA-7EF65B4E63CA}"/>
              </a:ext>
            </a:extLst>
          </p:cNvPr>
          <p:cNvGrpSpPr/>
          <p:nvPr/>
        </p:nvGrpSpPr>
        <p:grpSpPr>
          <a:xfrm>
            <a:off x="2168180" y="2421931"/>
            <a:ext cx="2130440" cy="803916"/>
            <a:chOff x="655610" y="2047859"/>
            <a:chExt cx="2130440" cy="803916"/>
          </a:xfrm>
        </p:grpSpPr>
        <p:sp>
          <p:nvSpPr>
            <p:cNvPr id="71" name="Содержимое 40">
              <a:extLst>
                <a:ext uri="{FF2B5EF4-FFF2-40B4-BE49-F238E27FC236}">
                  <a16:creationId xmlns:a16="http://schemas.microsoft.com/office/drawing/2014/main" id="{A2A307E9-8004-5AB2-A000-CBF74C966CC8}"/>
                </a:ext>
              </a:extLst>
            </p:cNvPr>
            <p:cNvSpPr txBox="1">
              <a:spLocks/>
            </p:cNvSpPr>
            <p:nvPr/>
          </p:nvSpPr>
          <p:spPr>
            <a:xfrm>
              <a:off x="655610" y="2047859"/>
              <a:ext cx="928693" cy="3571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altLang="ru-RU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just">
                <a:spcBef>
                  <a:spcPct val="20000"/>
                </a:spcBef>
                <a:defRPr/>
              </a:pPr>
              <a:endParaRPr lang="ru-RU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Группа 132">
              <a:extLst>
                <a:ext uri="{FF2B5EF4-FFF2-40B4-BE49-F238E27FC236}">
                  <a16:creationId xmlns:a16="http://schemas.microsoft.com/office/drawing/2014/main" id="{287ED049-8457-5011-1BD8-AA8035FB8424}"/>
                </a:ext>
              </a:extLst>
            </p:cNvPr>
            <p:cNvGrpSpPr/>
            <p:nvPr/>
          </p:nvGrpSpPr>
          <p:grpSpPr>
            <a:xfrm>
              <a:off x="1117372" y="2081194"/>
              <a:ext cx="1668678" cy="770581"/>
              <a:chOff x="761868" y="4857757"/>
              <a:chExt cx="1668678" cy="770581"/>
            </a:xfrm>
          </p:grpSpPr>
          <p:grpSp>
            <p:nvGrpSpPr>
              <p:cNvPr id="73" name="Группа 78">
                <a:extLst>
                  <a:ext uri="{FF2B5EF4-FFF2-40B4-BE49-F238E27FC236}">
                    <a16:creationId xmlns:a16="http://schemas.microsoft.com/office/drawing/2014/main" id="{2304E8C2-832F-D184-B9DF-6314DFB738C9}"/>
                  </a:ext>
                </a:extLst>
              </p:cNvPr>
              <p:cNvGrpSpPr/>
              <p:nvPr/>
            </p:nvGrpSpPr>
            <p:grpSpPr>
              <a:xfrm>
                <a:off x="761868" y="4857757"/>
                <a:ext cx="1584000" cy="770581"/>
                <a:chOff x="552218" y="4929195"/>
                <a:chExt cx="1584000" cy="770581"/>
              </a:xfrm>
            </p:grpSpPr>
            <p:grpSp>
              <p:nvGrpSpPr>
                <p:cNvPr id="76" name="Группа 81">
                  <a:extLst>
                    <a:ext uri="{FF2B5EF4-FFF2-40B4-BE49-F238E27FC236}">
                      <a16:creationId xmlns:a16="http://schemas.microsoft.com/office/drawing/2014/main" id="{7CA4035E-CECF-92F9-B853-907ACDF25A7B}"/>
                    </a:ext>
                  </a:extLst>
                </p:cNvPr>
                <p:cNvGrpSpPr/>
                <p:nvPr/>
              </p:nvGrpSpPr>
              <p:grpSpPr>
                <a:xfrm>
                  <a:off x="785786" y="4929195"/>
                  <a:ext cx="1287570" cy="338558"/>
                  <a:chOff x="785786" y="4857760"/>
                  <a:chExt cx="1287570" cy="429103"/>
                </a:xfrm>
              </p:grpSpPr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E25D120-EECA-4FAF-C29E-0A7339A7F39C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857760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B60BBC52-6085-CC90-91FD-E1A7D52290A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857765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26763582-A363-DFB1-F69E-82A213FC7DA8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F7D4CA2D-807E-2DE9-FF17-C9CC21D9CB5C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96D3B38D-47A3-9271-793C-0FC56DA11D08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85BCE5E-88A5-DF22-3D24-96044B6DC03A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857764"/>
                    <a:ext cx="216000" cy="429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77" name="Группа 82">
                  <a:extLst>
                    <a:ext uri="{FF2B5EF4-FFF2-40B4-BE49-F238E27FC236}">
                      <a16:creationId xmlns:a16="http://schemas.microsoft.com/office/drawing/2014/main" id="{46D402DD-B3E3-B3C0-F535-70793402C8CF}"/>
                    </a:ext>
                  </a:extLst>
                </p:cNvPr>
                <p:cNvGrpSpPr/>
                <p:nvPr/>
              </p:nvGrpSpPr>
              <p:grpSpPr>
                <a:xfrm>
                  <a:off x="785786" y="5286380"/>
                  <a:ext cx="1287570" cy="338561"/>
                  <a:chOff x="785786" y="4948296"/>
                  <a:chExt cx="1287570" cy="429106"/>
                </a:xfrm>
              </p:grpSpPr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F5454B2-CE66-4E83-C868-D5CCCB379CBF}"/>
                      </a:ext>
                    </a:extLst>
                  </p:cNvPr>
                  <p:cNvSpPr txBox="1"/>
                  <p:nvPr/>
                </p:nvSpPr>
                <p:spPr>
                  <a:xfrm>
                    <a:off x="785786" y="4948305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FC80CC97-C450-859D-22EE-00C5A73ACEE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00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A51850A5-413D-1439-648F-37C04932930F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41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F99F7C8-5A54-0E94-E068-97F2C9760472}"/>
                      </a:ext>
                    </a:extLst>
                  </p:cNvPr>
                  <p:cNvSpPr txBox="1"/>
                  <p:nvPr/>
                </p:nvSpPr>
                <p:spPr>
                  <a:xfrm>
                    <a:off x="1428728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AB10543B-94BC-06E9-301F-73F80D04D762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042" y="4948299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D3C218DF-6BE2-4953-47FD-1B335A709AE3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356" y="4948296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747FFB2A-BD20-5113-7B04-32F42D59650E}"/>
                      </a:ext>
                    </a:extLst>
                  </p:cNvPr>
                  <p:cNvSpPr txBox="1"/>
                  <p:nvPr/>
                </p:nvSpPr>
                <p:spPr>
                  <a:xfrm>
                    <a:off x="1220764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C28BC66D-64F7-3BEC-3BA6-36D9EE02069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6450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9F7EBD09-1286-271D-8BE0-1AB6AB689690}"/>
                      </a:ext>
                    </a:extLst>
                  </p:cNvPr>
                  <p:cNvSpPr txBox="1"/>
                  <p:nvPr/>
                </p:nvSpPr>
                <p:spPr>
                  <a:xfrm>
                    <a:off x="792136" y="4948301"/>
                    <a:ext cx="216000" cy="4290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DC8D140-7393-927F-9529-DA01B511CE3E}"/>
                    </a:ext>
                  </a:extLst>
                </p:cNvPr>
                <p:cNvSpPr txBox="1"/>
                <p:nvPr/>
              </p:nvSpPr>
              <p:spPr>
                <a:xfrm>
                  <a:off x="569786" y="5090710"/>
                  <a:ext cx="216000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</a:p>
              </p:txBody>
            </p:sp>
            <p:cxnSp>
              <p:nvCxnSpPr>
                <p:cNvPr id="79" name="Прямая соединительная линия 78">
                  <a:extLst>
                    <a:ext uri="{FF2B5EF4-FFF2-40B4-BE49-F238E27FC236}">
                      <a16:creationId xmlns:a16="http://schemas.microsoft.com/office/drawing/2014/main" id="{54BA9998-670E-9AC1-EAFD-458969E30738}"/>
                    </a:ext>
                  </a:extLst>
                </p:cNvPr>
                <p:cNvCxnSpPr/>
                <p:nvPr/>
              </p:nvCxnSpPr>
              <p:spPr>
                <a:xfrm rot="10800000" flipH="1">
                  <a:off x="552218" y="5698188"/>
                  <a:ext cx="158400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C815A28-43C0-D55A-7F30-C494C0521189}"/>
                  </a:ext>
                </a:extLst>
              </p:cNvPr>
              <p:cNvSpPr txBox="1"/>
              <p:nvPr/>
            </p:nvSpPr>
            <p:spPr>
              <a:xfrm>
                <a:off x="2214546" y="500063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576C714-261E-581C-0A92-FDF7BD470FFA}"/>
                  </a:ext>
                </a:extLst>
              </p:cNvPr>
              <p:cNvSpPr txBox="1"/>
              <p:nvPr/>
            </p:nvSpPr>
            <p:spPr>
              <a:xfrm>
                <a:off x="2214546" y="5403546"/>
                <a:ext cx="21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384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9EF21-B2BB-5FCD-F675-FF7D644425E9}"/>
              </a:ext>
            </a:extLst>
          </p:cNvPr>
          <p:cNvSpPr txBox="1">
            <a:spLocks/>
          </p:cNvSpPr>
          <p:nvPr/>
        </p:nvSpPr>
        <p:spPr>
          <a:xfrm>
            <a:off x="1743234" y="412329"/>
            <a:ext cx="9787703" cy="1325563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РЕШИТЕ САМОСТОЯТЕЛЬНО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0FA4E2-3E72-CA1A-861D-937A770F6485}"/>
              </a:ext>
            </a:extLst>
          </p:cNvPr>
          <p:cNvSpPr/>
          <p:nvPr/>
        </p:nvSpPr>
        <p:spPr>
          <a:xfrm>
            <a:off x="1502902" y="2363361"/>
            <a:ext cx="3773514" cy="1835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 algn="just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SzPct val="100000"/>
              <a:defRPr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101111010</a:t>
            </a:r>
            <a:r>
              <a: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+ 100111</a:t>
            </a:r>
            <a:r>
              <a: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355600" indent="-355600" algn="just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SzPct val="100000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	10111,01</a:t>
            </a:r>
            <a:r>
              <a: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+ 1,11</a:t>
            </a:r>
            <a:r>
              <a: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355600" indent="-355600" algn="just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SzPct val="100000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	10101101</a:t>
            </a:r>
            <a:r>
              <a: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- 11101</a:t>
            </a:r>
            <a:r>
              <a: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DB88CF6-3783-B032-09C5-76B0123FFCD9}"/>
              </a:ext>
            </a:extLst>
          </p:cNvPr>
          <p:cNvGrpSpPr/>
          <p:nvPr/>
        </p:nvGrpSpPr>
        <p:grpSpPr>
          <a:xfrm>
            <a:off x="4870008" y="1737892"/>
            <a:ext cx="4692688" cy="2463560"/>
            <a:chOff x="4094154" y="2214554"/>
            <a:chExt cx="4692688" cy="246356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18E3808-4061-6BA2-B94C-FD59D798EBDA}"/>
                </a:ext>
              </a:extLst>
            </p:cNvPr>
            <p:cNvSpPr/>
            <p:nvPr/>
          </p:nvSpPr>
          <p:spPr>
            <a:xfrm>
              <a:off x="4094154" y="2836858"/>
              <a:ext cx="2192358" cy="1835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 algn="just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110100001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14350" indent="-514350" algn="just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11001,00</a:t>
              </a:r>
              <a:r>
                <a:rPr lang="ru-RU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marL="514350" indent="-514350" algn="just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10010000</a:t>
              </a:r>
              <a:r>
                <a:rPr lang="ru-RU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D8E1DE7-A544-3D08-4141-E5F5BE77DC13}"/>
                </a:ext>
              </a:extLst>
            </p:cNvPr>
            <p:cNvSpPr/>
            <p:nvPr/>
          </p:nvSpPr>
          <p:spPr>
            <a:xfrm>
              <a:off x="6072198" y="2214554"/>
              <a:ext cx="2714644" cy="2463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 algn="ctr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Проверка:</a:t>
              </a:r>
            </a:p>
            <a:p>
              <a:pPr marL="514350" indent="-514350" algn="ctr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378 + 39 = 417</a:t>
              </a:r>
            </a:p>
            <a:p>
              <a:pPr marL="514350" indent="-514350" algn="ctr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,25 + 1,75 = 25</a:t>
              </a:r>
            </a:p>
            <a:p>
              <a:pPr marL="514350" indent="-514350" algn="ctr">
                <a:lnSpc>
                  <a:spcPct val="150000"/>
                </a:lnSpc>
                <a:spcBef>
                  <a:spcPct val="20000"/>
                </a:spcBef>
                <a:buClr>
                  <a:srgbClr val="C00000"/>
                </a:buClr>
                <a:buSzPct val="100000"/>
                <a:defRPr/>
              </a:pP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173 - 29= 144</a:t>
              </a:r>
              <a:endParaRPr lang="ru-RU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983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733D1-6B90-2A82-EF8A-590D31E0B6B0}"/>
              </a:ext>
            </a:extLst>
          </p:cNvPr>
          <p:cNvSpPr txBox="1"/>
          <p:nvPr/>
        </p:nvSpPr>
        <p:spPr>
          <a:xfrm>
            <a:off x="2918149" y="286530"/>
            <a:ext cx="77933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самостоятельного решения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9A2D3-B89F-1C18-F37D-AFA3E211CC78}"/>
              </a:ext>
            </a:extLst>
          </p:cNvPr>
          <p:cNvSpPr txBox="1"/>
          <p:nvPr/>
        </p:nvSpPr>
        <p:spPr>
          <a:xfrm>
            <a:off x="296249" y="1057688"/>
            <a:ext cx="609755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sz="1800" b="1" kern="0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Двоичная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система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счисления</a:t>
            </a:r>
            <a:endParaRPr lang="ru-RU" sz="1800" b="1" kern="0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E497E-B042-65AA-41F7-EEA0099B726D}"/>
              </a:ext>
            </a:extLst>
          </p:cNvPr>
          <p:cNvSpPr txBox="1"/>
          <p:nvPr/>
        </p:nvSpPr>
        <p:spPr>
          <a:xfrm>
            <a:off x="473529" y="1565882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101₂ + 10₂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26CD0E-F157-7029-A2CB-285272893AF7}"/>
              </a:ext>
            </a:extLst>
          </p:cNvPr>
          <p:cNvSpPr txBox="1"/>
          <p:nvPr/>
        </p:nvSpPr>
        <p:spPr>
          <a:xfrm>
            <a:off x="473529" y="1933098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1101₂ + 101₂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FE5C2-904C-626A-5DDC-0A51EB405445}"/>
              </a:ext>
            </a:extLst>
          </p:cNvPr>
          <p:cNvSpPr txBox="1"/>
          <p:nvPr/>
        </p:nvSpPr>
        <p:spPr>
          <a:xfrm>
            <a:off x="473529" y="2300314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111₂ − 10₂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CF2666-AB68-9461-89AA-7F3D1D65DE1E}"/>
              </a:ext>
            </a:extLst>
          </p:cNvPr>
          <p:cNvSpPr txBox="1"/>
          <p:nvPr/>
        </p:nvSpPr>
        <p:spPr>
          <a:xfrm>
            <a:off x="473529" y="2667530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1101₂ − 101₂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298BA1-34C7-F5DB-EAFB-A8BF8FBFEFF2}"/>
              </a:ext>
            </a:extLst>
          </p:cNvPr>
          <p:cNvSpPr txBox="1"/>
          <p:nvPr/>
        </p:nvSpPr>
        <p:spPr>
          <a:xfrm>
            <a:off x="5101512" y="106285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Восьмеричная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счисления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791BE2-DFE5-8527-C1A0-11F06B42D2DC}"/>
              </a:ext>
            </a:extLst>
          </p:cNvPr>
          <p:cNvSpPr txBox="1"/>
          <p:nvPr/>
        </p:nvSpPr>
        <p:spPr>
          <a:xfrm>
            <a:off x="5101512" y="1565882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243₈ + 124₈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1968E7-457B-B8AB-6DD1-66E34077697C}"/>
              </a:ext>
            </a:extLst>
          </p:cNvPr>
          <p:cNvSpPr txBox="1"/>
          <p:nvPr/>
        </p:nvSpPr>
        <p:spPr>
          <a:xfrm>
            <a:off x="5101512" y="1933098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356₈ + 217₈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40590B-E2E0-D912-CBED-63AB576E9996}"/>
              </a:ext>
            </a:extLst>
          </p:cNvPr>
          <p:cNvSpPr txBox="1"/>
          <p:nvPr/>
        </p:nvSpPr>
        <p:spPr>
          <a:xfrm>
            <a:off x="5101512" y="2300314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675₈ − 243₈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0F25F4-8B32-1C85-DB21-6ED82D6D126A}"/>
              </a:ext>
            </a:extLst>
          </p:cNvPr>
          <p:cNvSpPr txBox="1"/>
          <p:nvPr/>
        </p:nvSpPr>
        <p:spPr>
          <a:xfrm>
            <a:off x="5101512" y="2667530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724₈ − 315₈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08385D-A2CE-CB0B-CB96-609C70396483}"/>
              </a:ext>
            </a:extLst>
          </p:cNvPr>
          <p:cNvSpPr txBox="1"/>
          <p:nvPr/>
        </p:nvSpPr>
        <p:spPr>
          <a:xfrm>
            <a:off x="473529" y="315102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Шестнадцатеричная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счисления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AA3107-B248-9375-8E57-B370B3D6A36B}"/>
              </a:ext>
            </a:extLst>
          </p:cNvPr>
          <p:cNvSpPr txBox="1"/>
          <p:nvPr/>
        </p:nvSpPr>
        <p:spPr>
          <a:xfrm>
            <a:off x="473529" y="3520360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5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Памятка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A = 10, B = 11, C = 12, D = 13, E = 14, F = 15.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C2B0E9-1DC2-7D06-20EE-09366C662F03}"/>
              </a:ext>
            </a:extLst>
          </p:cNvPr>
          <p:cNvSpPr txBox="1"/>
          <p:nvPr/>
        </p:nvSpPr>
        <p:spPr>
          <a:xfrm>
            <a:off x="473529" y="3887576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12A₁₆ + 135₁₆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DA5967-C1EA-98D4-DB26-B679C0CBD6D8}"/>
              </a:ext>
            </a:extLst>
          </p:cNvPr>
          <p:cNvSpPr txBox="1"/>
          <p:nvPr/>
        </p:nvSpPr>
        <p:spPr>
          <a:xfrm>
            <a:off x="473529" y="4254792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2B4₁₆ + 163₁₆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70EC25-18C1-27B2-7E50-7937AD1EA6B3}"/>
              </a:ext>
            </a:extLst>
          </p:cNvPr>
          <p:cNvSpPr txBox="1"/>
          <p:nvPr/>
        </p:nvSpPr>
        <p:spPr>
          <a:xfrm>
            <a:off x="473529" y="4638372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5E7₁₆ − 231₁₆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8A7C87-B8C9-A718-7DAE-6F7DA4F52EC7}"/>
              </a:ext>
            </a:extLst>
          </p:cNvPr>
          <p:cNvSpPr txBox="1"/>
          <p:nvPr/>
        </p:nvSpPr>
        <p:spPr>
          <a:xfrm>
            <a:off x="473529" y="5038316"/>
            <a:ext cx="609755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b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</a:t>
            </a: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6A4₁₆ − 153₁₆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6B2FC8-CD0F-15F8-1048-F7659015BE73}"/>
              </a:ext>
            </a:extLst>
          </p:cNvPr>
          <p:cNvSpPr txBox="1"/>
          <p:nvPr/>
        </p:nvSpPr>
        <p:spPr>
          <a:xfrm>
            <a:off x="6225852" y="312859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Системы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счисления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другим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основанием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525679-D405-7314-EB6D-CDBA8C861CB2}"/>
              </a:ext>
            </a:extLst>
          </p:cNvPr>
          <p:cNvSpPr txBox="1"/>
          <p:nvPr/>
        </p:nvSpPr>
        <p:spPr>
          <a:xfrm>
            <a:off x="6225852" y="3583617"/>
            <a:ext cx="6162868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243₅ + 132₅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0B050F-6B70-AE10-4515-798F4DDC6440}"/>
              </a:ext>
            </a:extLst>
          </p:cNvPr>
          <p:cNvSpPr txBox="1"/>
          <p:nvPr/>
        </p:nvSpPr>
        <p:spPr>
          <a:xfrm>
            <a:off x="6252676" y="3895758"/>
            <a:ext cx="6195526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314₅ + 143₅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7F517C-5ED2-8E95-BE41-E1391C861B37}"/>
              </a:ext>
            </a:extLst>
          </p:cNvPr>
          <p:cNvSpPr txBox="1"/>
          <p:nvPr/>
        </p:nvSpPr>
        <p:spPr>
          <a:xfrm>
            <a:off x="6252676" y="4271156"/>
            <a:ext cx="6223518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201₃ − 112₃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6A95C1-A1F9-4985-63FC-E0043F4A5E20}"/>
              </a:ext>
            </a:extLst>
          </p:cNvPr>
          <p:cNvSpPr txBox="1"/>
          <p:nvPr/>
        </p:nvSpPr>
        <p:spPr>
          <a:xfrm>
            <a:off x="6252676" y="4632273"/>
            <a:ext cx="6237514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1022₃ − 211₃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81754F-CBDE-48F3-BB42-35B3A3F5A719}"/>
              </a:ext>
            </a:extLst>
          </p:cNvPr>
          <p:cNvSpPr txBox="1"/>
          <p:nvPr/>
        </p:nvSpPr>
        <p:spPr>
          <a:xfrm>
            <a:off x="6252676" y="5013579"/>
            <a:ext cx="6245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456₇ + 235₇</a:t>
            </a:r>
            <a:endParaRPr lang="ru-RU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615₇ − 246₇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459888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2882</Words>
  <Application>Microsoft Office PowerPoint</Application>
  <PresentationFormat>Широкоэкранный</PresentationFormat>
  <Paragraphs>1080</Paragraphs>
  <Slides>17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KyivType Sans Heavy</vt:lpstr>
      <vt:lpstr>Times New Roman</vt:lpstr>
      <vt:lpstr>Wingdings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Преподаватель</cp:lastModifiedBy>
  <cp:revision>11</cp:revision>
  <dcterms:created xsi:type="dcterms:W3CDTF">2026-09-28T17:18:02Z</dcterms:created>
  <dcterms:modified xsi:type="dcterms:W3CDTF">2026-09-29T10:29:20Z</dcterms:modified>
</cp:coreProperties>
</file>